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41"/>
  </p:notesMasterIdLst>
  <p:sldIdLst>
    <p:sldId id="2561" r:id="rId2"/>
    <p:sldId id="2562" r:id="rId3"/>
    <p:sldId id="2563" r:id="rId4"/>
    <p:sldId id="2564" r:id="rId5"/>
    <p:sldId id="2567" r:id="rId6"/>
    <p:sldId id="2568" r:id="rId7"/>
    <p:sldId id="2571" r:id="rId8"/>
    <p:sldId id="2598" r:id="rId9"/>
    <p:sldId id="2580" r:id="rId10"/>
    <p:sldId id="2604" r:id="rId11"/>
    <p:sldId id="2609" r:id="rId12"/>
    <p:sldId id="2611" r:id="rId13"/>
    <p:sldId id="2612" r:id="rId14"/>
    <p:sldId id="2610" r:id="rId15"/>
    <p:sldId id="2616" r:id="rId16"/>
    <p:sldId id="2575" r:id="rId17"/>
    <p:sldId id="2617" r:id="rId18"/>
    <p:sldId id="2605" r:id="rId19"/>
    <p:sldId id="2606" r:id="rId20"/>
    <p:sldId id="2619" r:id="rId21"/>
    <p:sldId id="2620" r:id="rId22"/>
    <p:sldId id="2618" r:id="rId23"/>
    <p:sldId id="2621" r:id="rId24"/>
    <p:sldId id="2622" r:id="rId25"/>
    <p:sldId id="2623" r:id="rId26"/>
    <p:sldId id="2594" r:id="rId27"/>
    <p:sldId id="2624" r:id="rId28"/>
    <p:sldId id="2626" r:id="rId29"/>
    <p:sldId id="2635" r:id="rId30"/>
    <p:sldId id="2627" r:id="rId31"/>
    <p:sldId id="2629" r:id="rId32"/>
    <p:sldId id="2628" r:id="rId33"/>
    <p:sldId id="2632" r:id="rId34"/>
    <p:sldId id="2630" r:id="rId35"/>
    <p:sldId id="2634" r:id="rId36"/>
    <p:sldId id="2631" r:id="rId37"/>
    <p:sldId id="2633" r:id="rId38"/>
    <p:sldId id="2597" r:id="rId39"/>
    <p:sldId id="257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 gasto público en España desde una perspectiva minarquista" id="{C3D50A26-DA7B-514D-A9AB-378A03AE2EAE}">
          <p14:sldIdLst>
            <p14:sldId id="2561"/>
            <p14:sldId id="2562"/>
          </p14:sldIdLst>
        </p14:section>
        <p14:section name="1. INTRODUCCIÓN" id="{05D9F5C1-566A-7E48-A152-EA033EB5F879}">
          <p14:sldIdLst>
            <p14:sldId id="2563"/>
            <p14:sldId id="2564"/>
          </p14:sldIdLst>
        </p14:section>
        <p14:section name="2. BASES DE DATOS Y HERRAMIENTAS UTILIZADAS" id="{ACE112B2-CCDC-AD4D-B436-47CDD6AC77D7}">
          <p14:sldIdLst>
            <p14:sldId id="2567"/>
            <p14:sldId id="2568"/>
          </p14:sldIdLst>
        </p14:section>
        <p14:section name="3. DESCRIPCIÓN DEL MARCO DE ANÁLISIS" id="{47C3A259-4048-4943-AB2E-81664843304C}">
          <p14:sldIdLst>
            <p14:sldId id="2571"/>
            <p14:sldId id="2598"/>
          </p14:sldIdLst>
        </p14:section>
        <p14:section name="4. PUNTOS DE PARTIDA" id="{B35A2CDA-94A5-D44C-8395-B23FF791A4D4}">
          <p14:sldIdLst>
            <p14:sldId id="2580"/>
            <p14:sldId id="2604"/>
            <p14:sldId id="2609"/>
            <p14:sldId id="2611"/>
            <p14:sldId id="2612"/>
            <p14:sldId id="2610"/>
            <p14:sldId id="2616"/>
          </p14:sldIdLst>
        </p14:section>
        <p14:section name="5. ANÁLISIS DESCRIPTIVO DEL GASTO PÚBLICO SEGÚN COFOG" id="{2024A282-AB7D-A844-83AB-D7E30F63B4D6}">
          <p14:sldIdLst>
            <p14:sldId id="2575"/>
            <p14:sldId id="2617"/>
            <p14:sldId id="2605"/>
            <p14:sldId id="2606"/>
            <p14:sldId id="2619"/>
            <p14:sldId id="2620"/>
            <p14:sldId id="2618"/>
            <p14:sldId id="2621"/>
            <p14:sldId id="2622"/>
            <p14:sldId id="2623"/>
          </p14:sldIdLst>
        </p14:section>
        <p14:section name="6. ANÁLISIS ESTADÍSTICO CAUSA-EFECTO" id="{5451DC79-2AB0-2946-B875-DF1F5A6CD6E4}">
          <p14:sldIdLst>
            <p14:sldId id="2594"/>
            <p14:sldId id="2624"/>
            <p14:sldId id="2626"/>
            <p14:sldId id="2635"/>
            <p14:sldId id="2627"/>
            <p14:sldId id="2629"/>
            <p14:sldId id="2628"/>
            <p14:sldId id="2632"/>
            <p14:sldId id="2630"/>
            <p14:sldId id="2634"/>
            <p14:sldId id="2631"/>
            <p14:sldId id="2633"/>
          </p14:sldIdLst>
        </p14:section>
        <p14:section name="8. CONCLUSIONES" id="{C8F9BE29-BDF0-6043-ADBB-F7283AB14431}">
          <p14:sldIdLst>
            <p14:sldId id="2597"/>
            <p14:sldId id="25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EA4B28-BD5C-2C3E-B950-2D5CEDD9842C}" name="Rafael Fons Bibiloni" initials="RFB" userId="S::r.fons@what-next.xyz::4d7b75dc-c824-42b3-85ca-bda1b3aa712b" providerId="AD"/>
  <p188:author id="{B2354877-6821-A7D0-630E-DC9F28F19EE2}" name="Rafael Fons" initials="RF" userId="S::rafael.fons@brunchelectronik.com::3e313cd3-dad4-4825-b995-e559a4e690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E2B2AB-80A5-464E-BEEB-A7A44E1BF8DC}" v="5868" dt="2025-12-04T09:19:47.378"/>
  </p1510:revLst>
</p1510:revInfo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/>
    <p:restoredTop sz="96301"/>
  </p:normalViewPr>
  <p:slideViewPr>
    <p:cSldViewPr snapToGrid="0">
      <p:cViewPr varScale="1">
        <p:scale>
          <a:sx n="109" d="100"/>
          <a:sy n="109" d="100"/>
        </p:scale>
        <p:origin x="1344" y="4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Fons Bibiloni" userId="4d7b75dc-c824-42b3-85ca-bda1b3aa712b" providerId="ADAL" clId="{187C5606-33CD-5B02-A4AD-185BB0900077}"/>
    <pc:docChg chg="undo custSel addSld delSld modSld sldOrd delSection modSection">
      <pc:chgData name="Rafael Fons Bibiloni" userId="4d7b75dc-c824-42b3-85ca-bda1b3aa712b" providerId="ADAL" clId="{187C5606-33CD-5B02-A4AD-185BB0900077}" dt="2025-12-04T20:22:07.059" v="11216" actId="1076"/>
      <pc:docMkLst>
        <pc:docMk/>
      </pc:docMkLst>
      <pc:sldChg chg="addSp modSp mod">
        <pc:chgData name="Rafael Fons Bibiloni" userId="4d7b75dc-c824-42b3-85ca-bda1b3aa712b" providerId="ADAL" clId="{187C5606-33CD-5B02-A4AD-185BB0900077}" dt="2025-12-04T20:22:07.059" v="11216" actId="1076"/>
        <pc:sldMkLst>
          <pc:docMk/>
          <pc:sldMk cId="490442887" sldId="2561"/>
        </pc:sldMkLst>
        <pc:spChg chg="add mod">
          <ac:chgData name="Rafael Fons Bibiloni" userId="4d7b75dc-c824-42b3-85ca-bda1b3aa712b" providerId="ADAL" clId="{187C5606-33CD-5B02-A4AD-185BB0900077}" dt="2025-12-04T20:22:07.059" v="11216" actId="1076"/>
          <ac:spMkLst>
            <pc:docMk/>
            <pc:sldMk cId="490442887" sldId="2561"/>
            <ac:spMk id="5" creationId="{24A5C15D-9782-9BAD-6C8C-ED82ADC87125}"/>
          </ac:spMkLst>
        </pc:spChg>
      </pc:sldChg>
      <pc:sldChg chg="modSp mod modAnim">
        <pc:chgData name="Rafael Fons Bibiloni" userId="4d7b75dc-c824-42b3-85ca-bda1b3aa712b" providerId="ADAL" clId="{187C5606-33CD-5B02-A4AD-185BB0900077}" dt="2025-12-03T18:35:31.142" v="6757" actId="20577"/>
        <pc:sldMkLst>
          <pc:docMk/>
          <pc:sldMk cId="2756219278" sldId="2562"/>
        </pc:sldMkLst>
        <pc:spChg chg="mod">
          <ac:chgData name="Rafael Fons Bibiloni" userId="4d7b75dc-c824-42b3-85ca-bda1b3aa712b" providerId="ADAL" clId="{187C5606-33CD-5B02-A4AD-185BB0900077}" dt="2025-12-03T18:35:27.538" v="6752" actId="20577"/>
          <ac:spMkLst>
            <pc:docMk/>
            <pc:sldMk cId="2756219278" sldId="2562"/>
            <ac:spMk id="3" creationId="{6F243DB3-2C89-4F20-4CF6-4F43620978CC}"/>
          </ac:spMkLst>
        </pc:spChg>
      </pc:sldChg>
      <pc:sldChg chg="modSp">
        <pc:chgData name="Rafael Fons Bibiloni" userId="4d7b75dc-c824-42b3-85ca-bda1b3aa712b" providerId="ADAL" clId="{187C5606-33CD-5B02-A4AD-185BB0900077}" dt="2025-12-03T08:34:02.005" v="4862" actId="20577"/>
        <pc:sldMkLst>
          <pc:docMk/>
          <pc:sldMk cId="1075307506" sldId="2563"/>
        </pc:sldMkLst>
        <pc:spChg chg="mod">
          <ac:chgData name="Rafael Fons Bibiloni" userId="4d7b75dc-c824-42b3-85ca-bda1b3aa712b" providerId="ADAL" clId="{187C5606-33CD-5B02-A4AD-185BB0900077}" dt="2025-12-03T08:34:02.005" v="4862" actId="20577"/>
          <ac:spMkLst>
            <pc:docMk/>
            <pc:sldMk cId="1075307506" sldId="2563"/>
            <ac:spMk id="2" creationId="{7D77C313-6DF9-696B-E976-DDCE7ACBD705}"/>
          </ac:spMkLst>
        </pc:spChg>
      </pc:sldChg>
      <pc:sldChg chg="addSp delSp modSp mod">
        <pc:chgData name="Rafael Fons Bibiloni" userId="4d7b75dc-c824-42b3-85ca-bda1b3aa712b" providerId="ADAL" clId="{187C5606-33CD-5B02-A4AD-185BB0900077}" dt="2025-12-03T09:04:39.369" v="5094" actId="20577"/>
        <pc:sldMkLst>
          <pc:docMk/>
          <pc:sldMk cId="4204581436" sldId="2564"/>
        </pc:sldMkLst>
        <pc:spChg chg="mod">
          <ac:chgData name="Rafael Fons Bibiloni" userId="4d7b75dc-c824-42b3-85ca-bda1b3aa712b" providerId="ADAL" clId="{187C5606-33CD-5B02-A4AD-185BB0900077}" dt="2025-12-03T08:36:04.846" v="4938" actId="20577"/>
          <ac:spMkLst>
            <pc:docMk/>
            <pc:sldMk cId="4204581436" sldId="2564"/>
            <ac:spMk id="2" creationId="{B2D2B54F-D68C-1D08-64A8-A05E5E2D9E70}"/>
          </ac:spMkLst>
        </pc:spChg>
        <pc:spChg chg="mod">
          <ac:chgData name="Rafael Fons Bibiloni" userId="4d7b75dc-c824-42b3-85ca-bda1b3aa712b" providerId="ADAL" clId="{187C5606-33CD-5B02-A4AD-185BB0900077}" dt="2025-12-03T09:04:39.369" v="5094" actId="20577"/>
          <ac:spMkLst>
            <pc:docMk/>
            <pc:sldMk cId="4204581436" sldId="2564"/>
            <ac:spMk id="4" creationId="{ECC16215-9A49-2A9F-CBE1-4F2F97937E66}"/>
          </ac:spMkLst>
        </pc:spChg>
        <pc:spChg chg="add del mod">
          <ac:chgData name="Rafael Fons Bibiloni" userId="4d7b75dc-c824-42b3-85ca-bda1b3aa712b" providerId="ADAL" clId="{187C5606-33CD-5B02-A4AD-185BB0900077}" dt="2025-12-03T08:35:23.749" v="4894" actId="478"/>
          <ac:spMkLst>
            <pc:docMk/>
            <pc:sldMk cId="4204581436" sldId="2564"/>
            <ac:spMk id="7" creationId="{593572B8-E6CE-A60C-CF43-847CC50BC917}"/>
          </ac:spMkLst>
        </pc:spChg>
        <pc:picChg chg="add mod">
          <ac:chgData name="Rafael Fons Bibiloni" userId="4d7b75dc-c824-42b3-85ca-bda1b3aa712b" providerId="ADAL" clId="{187C5606-33CD-5B02-A4AD-185BB0900077}" dt="2025-12-03T08:35:20.195" v="4893" actId="14100"/>
          <ac:picMkLst>
            <pc:docMk/>
            <pc:sldMk cId="4204581436" sldId="2564"/>
            <ac:picMk id="3" creationId="{F81691E4-4BD0-3B6F-0E73-7F3603E7BCDC}"/>
          </ac:picMkLst>
        </pc:picChg>
        <pc:picChg chg="del">
          <ac:chgData name="Rafael Fons Bibiloni" userId="4d7b75dc-c824-42b3-85ca-bda1b3aa712b" providerId="ADAL" clId="{187C5606-33CD-5B02-A4AD-185BB0900077}" dt="2025-12-03T08:35:10.088" v="4889" actId="478"/>
          <ac:picMkLst>
            <pc:docMk/>
            <pc:sldMk cId="4204581436" sldId="2564"/>
            <ac:picMk id="5" creationId="{17189EF2-9747-441D-9C36-FE238E09D45F}"/>
          </ac:picMkLst>
        </pc:picChg>
      </pc:sldChg>
      <pc:sldChg chg="modSp mod">
        <pc:chgData name="Rafael Fons Bibiloni" userId="4d7b75dc-c824-42b3-85ca-bda1b3aa712b" providerId="ADAL" clId="{187C5606-33CD-5B02-A4AD-185BB0900077}" dt="2025-12-02T11:39:22.503" v="389" actId="20577"/>
        <pc:sldMkLst>
          <pc:docMk/>
          <pc:sldMk cId="915724256" sldId="2568"/>
        </pc:sldMkLst>
        <pc:spChg chg="mod">
          <ac:chgData name="Rafael Fons Bibiloni" userId="4d7b75dc-c824-42b3-85ca-bda1b3aa712b" providerId="ADAL" clId="{187C5606-33CD-5B02-A4AD-185BB0900077}" dt="2025-12-02T11:39:22.503" v="389" actId="20577"/>
          <ac:spMkLst>
            <pc:docMk/>
            <pc:sldMk cId="915724256" sldId="2568"/>
            <ac:spMk id="4" creationId="{3F4DF0D3-0D47-0369-A153-DDF2A3020702}"/>
          </ac:spMkLst>
        </pc:spChg>
        <pc:picChg chg="mod">
          <ac:chgData name="Rafael Fons Bibiloni" userId="4d7b75dc-c824-42b3-85ca-bda1b3aa712b" providerId="ADAL" clId="{187C5606-33CD-5B02-A4AD-185BB0900077}" dt="2025-12-02T10:55:21.760" v="176" actId="1076"/>
          <ac:picMkLst>
            <pc:docMk/>
            <pc:sldMk cId="915724256" sldId="2568"/>
            <ac:picMk id="5" creationId="{60ADB5B9-A8CF-4FF1-8144-E479DBF62133}"/>
          </ac:picMkLst>
        </pc:picChg>
      </pc:sldChg>
      <pc:sldChg chg="modSp del mod ord">
        <pc:chgData name="Rafael Fons Bibiloni" userId="4d7b75dc-c824-42b3-85ca-bda1b3aa712b" providerId="ADAL" clId="{187C5606-33CD-5B02-A4AD-185BB0900077}" dt="2025-12-03T20:02:12.598" v="8336" actId="2696"/>
        <pc:sldMkLst>
          <pc:docMk/>
          <pc:sldMk cId="4217350826" sldId="2572"/>
        </pc:sldMkLst>
      </pc:sldChg>
      <pc:sldChg chg="modSp mod">
        <pc:chgData name="Rafael Fons Bibiloni" userId="4d7b75dc-c824-42b3-85ca-bda1b3aa712b" providerId="ADAL" clId="{187C5606-33CD-5B02-A4AD-185BB0900077}" dt="2025-12-02T16:44:02.194" v="3521" actId="14100"/>
        <pc:sldMkLst>
          <pc:docMk/>
          <pc:sldMk cId="301434220" sldId="2575"/>
        </pc:sldMkLst>
        <pc:spChg chg="mod">
          <ac:chgData name="Rafael Fons Bibiloni" userId="4d7b75dc-c824-42b3-85ca-bda1b3aa712b" providerId="ADAL" clId="{187C5606-33CD-5B02-A4AD-185BB0900077}" dt="2025-12-02T16:44:02.194" v="3521" actId="14100"/>
          <ac:spMkLst>
            <pc:docMk/>
            <pc:sldMk cId="301434220" sldId="2575"/>
            <ac:spMk id="2" creationId="{26886F86-227D-DE5C-65EA-83B765422BEF}"/>
          </ac:spMkLst>
        </pc:spChg>
      </pc:sldChg>
      <pc:sldChg chg="addSp delSp modSp mod modAnim">
        <pc:chgData name="Rafael Fons Bibiloni" userId="4d7b75dc-c824-42b3-85ca-bda1b3aa712b" providerId="ADAL" clId="{187C5606-33CD-5B02-A4AD-185BB0900077}" dt="2025-12-04T09:19:05.203" v="11209" actId="20577"/>
        <pc:sldMkLst>
          <pc:docMk/>
          <pc:sldMk cId="3277225947" sldId="2579"/>
        </pc:sldMkLst>
        <pc:spChg chg="mod">
          <ac:chgData name="Rafael Fons Bibiloni" userId="4d7b75dc-c824-42b3-85ca-bda1b3aa712b" providerId="ADAL" clId="{187C5606-33CD-5B02-A4AD-185BB0900077}" dt="2025-12-03T22:05:06.792" v="9814" actId="20577"/>
          <ac:spMkLst>
            <pc:docMk/>
            <pc:sldMk cId="3277225947" sldId="2579"/>
            <ac:spMk id="2" creationId="{413B1B45-54C4-D2C6-5963-0EEE9E8D2352}"/>
          </ac:spMkLst>
        </pc:spChg>
        <pc:spChg chg="add mod">
          <ac:chgData name="Rafael Fons Bibiloni" userId="4d7b75dc-c824-42b3-85ca-bda1b3aa712b" providerId="ADAL" clId="{187C5606-33CD-5B02-A4AD-185BB0900077}" dt="2025-12-03T22:05:24.088" v="9824" actId="20577"/>
          <ac:spMkLst>
            <pc:docMk/>
            <pc:sldMk cId="3277225947" sldId="2579"/>
            <ac:spMk id="3" creationId="{F0D63534-A6F7-1457-AD66-E972DB8A8EE5}"/>
          </ac:spMkLst>
        </pc:spChg>
        <pc:graphicFrameChg chg="mod">
          <ac:chgData name="Rafael Fons Bibiloni" userId="4d7b75dc-c824-42b3-85ca-bda1b3aa712b" providerId="ADAL" clId="{187C5606-33CD-5B02-A4AD-185BB0900077}" dt="2025-12-04T09:19:05.203" v="11209" actId="20577"/>
          <ac:graphicFrameMkLst>
            <pc:docMk/>
            <pc:sldMk cId="3277225947" sldId="2579"/>
            <ac:graphicFrameMk id="19" creationId="{631158CA-3F97-FE91-6516-8F1DAC572CD4}"/>
          </ac:graphicFrameMkLst>
        </pc:graphicFrameChg>
        <pc:picChg chg="add del mod">
          <ac:chgData name="Rafael Fons Bibiloni" userId="4d7b75dc-c824-42b3-85ca-bda1b3aa712b" providerId="ADAL" clId="{187C5606-33CD-5B02-A4AD-185BB0900077}" dt="2025-12-03T20:02:15.515" v="8337" actId="478"/>
          <ac:picMkLst>
            <pc:docMk/>
            <pc:sldMk cId="3277225947" sldId="2579"/>
            <ac:picMk id="3" creationId="{3521081E-BA9C-CC2B-1C94-748C5F4BF8F4}"/>
          </ac:picMkLst>
        </pc:picChg>
      </pc:sldChg>
      <pc:sldChg chg="modSp">
        <pc:chgData name="Rafael Fons Bibiloni" userId="4d7b75dc-c824-42b3-85ca-bda1b3aa712b" providerId="ADAL" clId="{187C5606-33CD-5B02-A4AD-185BB0900077}" dt="2025-12-02T14:39:18.628" v="2416" actId="20577"/>
        <pc:sldMkLst>
          <pc:docMk/>
          <pc:sldMk cId="1032585968" sldId="2580"/>
        </pc:sldMkLst>
        <pc:spChg chg="mod">
          <ac:chgData name="Rafael Fons Bibiloni" userId="4d7b75dc-c824-42b3-85ca-bda1b3aa712b" providerId="ADAL" clId="{187C5606-33CD-5B02-A4AD-185BB0900077}" dt="2025-12-02T14:39:18.628" v="2416" actId="20577"/>
          <ac:spMkLst>
            <pc:docMk/>
            <pc:sldMk cId="1032585968" sldId="2580"/>
            <ac:spMk id="2" creationId="{9D883A36-D4E8-393C-E410-DC1AED77C7DA}"/>
          </ac:spMkLst>
        </pc:spChg>
      </pc:sldChg>
      <pc:sldChg chg="del">
        <pc:chgData name="Rafael Fons Bibiloni" userId="4d7b75dc-c824-42b3-85ca-bda1b3aa712b" providerId="ADAL" clId="{187C5606-33CD-5B02-A4AD-185BB0900077}" dt="2025-12-03T08:36:36.935" v="4940" actId="2696"/>
        <pc:sldMkLst>
          <pc:docMk/>
          <pc:sldMk cId="1778568826" sldId="2586"/>
        </pc:sldMkLst>
      </pc:sldChg>
      <pc:sldChg chg="modSp mod">
        <pc:chgData name="Rafael Fons Bibiloni" userId="4d7b75dc-c824-42b3-85ca-bda1b3aa712b" providerId="ADAL" clId="{187C5606-33CD-5B02-A4AD-185BB0900077}" dt="2025-12-03T09:11:51.586" v="5168" actId="20577"/>
        <pc:sldMkLst>
          <pc:docMk/>
          <pc:sldMk cId="3180544460" sldId="2594"/>
        </pc:sldMkLst>
        <pc:spChg chg="mod">
          <ac:chgData name="Rafael Fons Bibiloni" userId="4d7b75dc-c824-42b3-85ca-bda1b3aa712b" providerId="ADAL" clId="{187C5606-33CD-5B02-A4AD-185BB0900077}" dt="2025-12-03T09:11:51.586" v="5168" actId="20577"/>
          <ac:spMkLst>
            <pc:docMk/>
            <pc:sldMk cId="3180544460" sldId="2594"/>
            <ac:spMk id="2" creationId="{49FB8E1F-9D81-95A5-443A-AC7551836DCC}"/>
          </ac:spMkLst>
        </pc:spChg>
      </pc:sldChg>
      <pc:sldChg chg="del">
        <pc:chgData name="Rafael Fons Bibiloni" userId="4d7b75dc-c824-42b3-85ca-bda1b3aa712b" providerId="ADAL" clId="{187C5606-33CD-5B02-A4AD-185BB0900077}" dt="2025-12-03T20:01:13.606" v="8306" actId="2696"/>
        <pc:sldMkLst>
          <pc:docMk/>
          <pc:sldMk cId="317894511" sldId="2595"/>
        </pc:sldMkLst>
      </pc:sldChg>
      <pc:sldChg chg="del">
        <pc:chgData name="Rafael Fons Bibiloni" userId="4d7b75dc-c824-42b3-85ca-bda1b3aa712b" providerId="ADAL" clId="{187C5606-33CD-5B02-A4AD-185BB0900077}" dt="2025-12-03T20:02:20.098" v="8338" actId="2696"/>
        <pc:sldMkLst>
          <pc:docMk/>
          <pc:sldMk cId="1727095955" sldId="2596"/>
        </pc:sldMkLst>
      </pc:sldChg>
      <pc:sldChg chg="addSp delSp modSp mod addAnim delAnim modAnim">
        <pc:chgData name="Rafael Fons Bibiloni" userId="4d7b75dc-c824-42b3-85ca-bda1b3aa712b" providerId="ADAL" clId="{187C5606-33CD-5B02-A4AD-185BB0900077}" dt="2025-12-03T22:12:12.234" v="9876"/>
        <pc:sldMkLst>
          <pc:docMk/>
          <pc:sldMk cId="2645093201" sldId="2598"/>
        </pc:sldMkLst>
        <pc:spChg chg="mod">
          <ac:chgData name="Rafael Fons Bibiloni" userId="4d7b75dc-c824-42b3-85ca-bda1b3aa712b" providerId="ADAL" clId="{187C5606-33CD-5B02-A4AD-185BB0900077}" dt="2025-12-02T16:49:43.233" v="3680" actId="20577"/>
          <ac:spMkLst>
            <pc:docMk/>
            <pc:sldMk cId="2645093201" sldId="2598"/>
            <ac:spMk id="2" creationId="{55E87A41-54AC-730E-F881-C43775355EDF}"/>
          </ac:spMkLst>
        </pc:spChg>
        <pc:spChg chg="add mod">
          <ac:chgData name="Rafael Fons Bibiloni" userId="4d7b75dc-c824-42b3-85ca-bda1b3aa712b" providerId="ADAL" clId="{187C5606-33CD-5B02-A4AD-185BB0900077}" dt="2025-12-03T22:10:15.263" v="9869" actId="122"/>
          <ac:spMkLst>
            <pc:docMk/>
            <pc:sldMk cId="2645093201" sldId="2598"/>
            <ac:spMk id="3" creationId="{56FE2D9A-8FEB-0CF2-B339-4A3A761EF6B6}"/>
          </ac:spMkLst>
        </pc:spChg>
        <pc:spChg chg="mod">
          <ac:chgData name="Rafael Fons Bibiloni" userId="4d7b75dc-c824-42b3-85ca-bda1b3aa712b" providerId="ADAL" clId="{187C5606-33CD-5B02-A4AD-185BB0900077}" dt="2025-12-03T17:30:13.987" v="5537" actId="12"/>
          <ac:spMkLst>
            <pc:docMk/>
            <pc:sldMk cId="2645093201" sldId="2598"/>
            <ac:spMk id="4" creationId="{504CDFBF-A7F9-395A-FFFB-42B75E72FC4E}"/>
          </ac:spMkLst>
        </pc:spChg>
        <pc:spChg chg="add mod">
          <ac:chgData name="Rafael Fons Bibiloni" userId="4d7b75dc-c824-42b3-85ca-bda1b3aa712b" providerId="ADAL" clId="{187C5606-33CD-5B02-A4AD-185BB0900077}" dt="2025-12-02T14:25:06.554" v="2097" actId="1036"/>
          <ac:spMkLst>
            <pc:docMk/>
            <pc:sldMk cId="2645093201" sldId="2598"/>
            <ac:spMk id="11" creationId="{A9AD2CA8-F243-BC9E-0E53-7387CB0D2FED}"/>
          </ac:spMkLst>
        </pc:spChg>
        <pc:spChg chg="add mod">
          <ac:chgData name="Rafael Fons Bibiloni" userId="4d7b75dc-c824-42b3-85ca-bda1b3aa712b" providerId="ADAL" clId="{187C5606-33CD-5B02-A4AD-185BB0900077}" dt="2025-12-02T14:25:02.358" v="2092" actId="20577"/>
          <ac:spMkLst>
            <pc:docMk/>
            <pc:sldMk cId="2645093201" sldId="2598"/>
            <ac:spMk id="13" creationId="{79D11471-8368-DFB6-6E0C-D1FD8E9A7949}"/>
          </ac:spMkLst>
        </pc:spChg>
        <pc:spChg chg="add mod">
          <ac:chgData name="Rafael Fons Bibiloni" userId="4d7b75dc-c824-42b3-85ca-bda1b3aa712b" providerId="ADAL" clId="{187C5606-33CD-5B02-A4AD-185BB0900077}" dt="2025-12-02T14:25:21.046" v="2126" actId="1038"/>
          <ac:spMkLst>
            <pc:docMk/>
            <pc:sldMk cId="2645093201" sldId="2598"/>
            <ac:spMk id="17" creationId="{125C7657-94BE-0717-BA46-3B1E4B27DFB0}"/>
          </ac:spMkLst>
        </pc:spChg>
        <pc:spChg chg="add mod">
          <ac:chgData name="Rafael Fons Bibiloni" userId="4d7b75dc-c824-42b3-85ca-bda1b3aa712b" providerId="ADAL" clId="{187C5606-33CD-5B02-A4AD-185BB0900077}" dt="2025-12-02T16:51:04.704" v="3733" actId="20577"/>
          <ac:spMkLst>
            <pc:docMk/>
            <pc:sldMk cId="2645093201" sldId="2598"/>
            <ac:spMk id="21" creationId="{6EC370AF-EB36-19B8-F4DE-4322BC0D7684}"/>
          </ac:spMkLst>
        </pc:spChg>
        <pc:grpChg chg="add">
          <ac:chgData name="Rafael Fons Bibiloni" userId="4d7b75dc-c824-42b3-85ca-bda1b3aa712b" providerId="ADAL" clId="{187C5606-33CD-5B02-A4AD-185BB0900077}" dt="2025-12-02T14:28:38.999" v="2186" actId="164"/>
          <ac:grpSpMkLst>
            <pc:docMk/>
            <pc:sldMk cId="2645093201" sldId="2598"/>
            <ac:grpSpMk id="27" creationId="{F154A92A-C757-22A8-A5B4-1586A9FEAEF9}"/>
          </ac:grpSpMkLst>
        </pc:grpChg>
        <pc:graphicFrameChg chg="add mod modGraphic">
          <ac:chgData name="Rafael Fons Bibiloni" userId="4d7b75dc-c824-42b3-85ca-bda1b3aa712b" providerId="ADAL" clId="{187C5606-33CD-5B02-A4AD-185BB0900077}" dt="2025-12-02T20:28:33.831" v="4773" actId="20577"/>
          <ac:graphicFrameMkLst>
            <pc:docMk/>
            <pc:sldMk cId="2645093201" sldId="2598"/>
            <ac:graphicFrameMk id="5" creationId="{11382695-20D7-9B1C-10E8-179C57C0B5FD}"/>
          </ac:graphicFrameMkLst>
        </pc:graphicFrameChg>
        <pc:picChg chg="add mod">
          <ac:chgData name="Rafael Fons Bibiloni" userId="4d7b75dc-c824-42b3-85ca-bda1b3aa712b" providerId="ADAL" clId="{187C5606-33CD-5B02-A4AD-185BB0900077}" dt="2025-12-02T16:48:33.113" v="3581" actId="1076"/>
          <ac:picMkLst>
            <pc:docMk/>
            <pc:sldMk cId="2645093201" sldId="2598"/>
            <ac:picMk id="25" creationId="{8830DEFD-9A62-FCC6-F53F-14008B32B45A}"/>
          </ac:picMkLst>
        </pc:picChg>
        <pc:picChg chg="add mod">
          <ac:chgData name="Rafael Fons Bibiloni" userId="4d7b75dc-c824-42b3-85ca-bda1b3aa712b" providerId="ADAL" clId="{187C5606-33CD-5B02-A4AD-185BB0900077}" dt="2025-12-02T16:48:58.062" v="3651" actId="1076"/>
          <ac:picMkLst>
            <pc:docMk/>
            <pc:sldMk cId="2645093201" sldId="2598"/>
            <ac:picMk id="28" creationId="{CCB6E6D4-05F6-1E39-5BF8-57AFF270B1AF}"/>
          </ac:picMkLst>
        </pc:picChg>
        <pc:cxnChg chg="add mod">
          <ac:chgData name="Rafael Fons Bibiloni" userId="4d7b75dc-c824-42b3-85ca-bda1b3aa712b" providerId="ADAL" clId="{187C5606-33CD-5B02-A4AD-185BB0900077}" dt="2025-12-02T14:24:56.374" v="2080" actId="14100"/>
          <ac:cxnSpMkLst>
            <pc:docMk/>
            <pc:sldMk cId="2645093201" sldId="2598"/>
            <ac:cxnSpMk id="7" creationId="{D6DDCB45-0EAD-0EAA-1033-E2CE525ED471}"/>
          </ac:cxnSpMkLst>
        </pc:cxnChg>
        <pc:cxnChg chg="add mod">
          <ac:chgData name="Rafael Fons Bibiloni" userId="4d7b75dc-c824-42b3-85ca-bda1b3aa712b" providerId="ADAL" clId="{187C5606-33CD-5B02-A4AD-185BB0900077}" dt="2025-12-02T14:22:01.827" v="1923" actId="692"/>
          <ac:cxnSpMkLst>
            <pc:docMk/>
            <pc:sldMk cId="2645093201" sldId="2598"/>
            <ac:cxnSpMk id="9" creationId="{9647FB52-D386-F2B0-3F99-04133EA1369A}"/>
          </ac:cxnSpMkLst>
        </pc:cxnChg>
        <pc:cxnChg chg="add mod">
          <ac:chgData name="Rafael Fons Bibiloni" userId="4d7b75dc-c824-42b3-85ca-bda1b3aa712b" providerId="ADAL" clId="{187C5606-33CD-5B02-A4AD-185BB0900077}" dt="2025-12-02T14:24:09.355" v="2009" actId="1035"/>
          <ac:cxnSpMkLst>
            <pc:docMk/>
            <pc:sldMk cId="2645093201" sldId="2598"/>
            <ac:cxnSpMk id="15" creationId="{F8444564-2830-72A1-1D7F-8069FF0D3B19}"/>
          </ac:cxnSpMkLst>
        </pc:cxnChg>
        <pc:cxnChg chg="add mod">
          <ac:chgData name="Rafael Fons Bibiloni" userId="4d7b75dc-c824-42b3-85ca-bda1b3aa712b" providerId="ADAL" clId="{187C5606-33CD-5B02-A4AD-185BB0900077}" dt="2025-12-02T14:23:57.681" v="1984" actId="1037"/>
          <ac:cxnSpMkLst>
            <pc:docMk/>
            <pc:sldMk cId="2645093201" sldId="2598"/>
            <ac:cxnSpMk id="19" creationId="{6DD6295F-97FE-F3D6-B691-029BD9556F33}"/>
          </ac:cxnSpMkLst>
        </pc:cxnChg>
      </pc:sldChg>
      <pc:sldChg chg="addSp delSp modSp mod delAnim modAnim">
        <pc:chgData name="Rafael Fons Bibiloni" userId="4d7b75dc-c824-42b3-85ca-bda1b3aa712b" providerId="ADAL" clId="{187C5606-33CD-5B02-A4AD-185BB0900077}" dt="2025-12-02T17:05:09.953" v="3738" actId="20577"/>
        <pc:sldMkLst>
          <pc:docMk/>
          <pc:sldMk cId="4255953673" sldId="2604"/>
        </pc:sldMkLst>
        <pc:spChg chg="add mod">
          <ac:chgData name="Rafael Fons Bibiloni" userId="4d7b75dc-c824-42b3-85ca-bda1b3aa712b" providerId="ADAL" clId="{187C5606-33CD-5B02-A4AD-185BB0900077}" dt="2025-12-02T15:22:15.799" v="3017" actId="688"/>
          <ac:spMkLst>
            <pc:docMk/>
            <pc:sldMk cId="4255953673" sldId="2604"/>
            <ac:spMk id="4" creationId="{66849AC0-6588-C40E-C59E-EB2836417BC9}"/>
          </ac:spMkLst>
        </pc:spChg>
        <pc:spChg chg="add mod">
          <ac:chgData name="Rafael Fons Bibiloni" userId="4d7b75dc-c824-42b3-85ca-bda1b3aa712b" providerId="ADAL" clId="{187C5606-33CD-5B02-A4AD-185BB0900077}" dt="2025-12-02T17:05:09.953" v="3738" actId="20577"/>
          <ac:spMkLst>
            <pc:docMk/>
            <pc:sldMk cId="4255953673" sldId="2604"/>
            <ac:spMk id="5" creationId="{8A74423E-25DC-FC44-F0B8-E6941F22BCF4}"/>
          </ac:spMkLst>
        </pc:spChg>
        <pc:spChg chg="mod">
          <ac:chgData name="Rafael Fons Bibiloni" userId="4d7b75dc-c824-42b3-85ca-bda1b3aa712b" providerId="ADAL" clId="{187C5606-33CD-5B02-A4AD-185BB0900077}" dt="2025-12-02T15:22:27.382" v="3022" actId="27636"/>
          <ac:spMkLst>
            <pc:docMk/>
            <pc:sldMk cId="4255953673" sldId="2604"/>
            <ac:spMk id="7" creationId="{3170DA10-CB7A-3719-937B-4F4CDBD99D6B}"/>
          </ac:spMkLst>
        </pc:spChg>
        <pc:picChg chg="add mod">
          <ac:chgData name="Rafael Fons Bibiloni" userId="4d7b75dc-c824-42b3-85ca-bda1b3aa712b" providerId="ADAL" clId="{187C5606-33CD-5B02-A4AD-185BB0900077}" dt="2025-12-02T11:50:16.803" v="457" actId="14100"/>
          <ac:picMkLst>
            <pc:docMk/>
            <pc:sldMk cId="4255953673" sldId="2604"/>
            <ac:picMk id="3" creationId="{5521E518-A258-5146-8156-AAC9461EB3C1}"/>
          </ac:picMkLst>
        </pc:picChg>
      </pc:sldChg>
      <pc:sldChg chg="addSp delSp modSp mod ord">
        <pc:chgData name="Rafael Fons Bibiloni" userId="4d7b75dc-c824-42b3-85ca-bda1b3aa712b" providerId="ADAL" clId="{187C5606-33CD-5B02-A4AD-185BB0900077}" dt="2025-12-02T16:04:37.852" v="3378" actId="20578"/>
        <pc:sldMkLst>
          <pc:docMk/>
          <pc:sldMk cId="3130734221" sldId="2605"/>
        </pc:sldMkLst>
        <pc:spChg chg="add mod">
          <ac:chgData name="Rafael Fons Bibiloni" userId="4d7b75dc-c824-42b3-85ca-bda1b3aa712b" providerId="ADAL" clId="{187C5606-33CD-5B02-A4AD-185BB0900077}" dt="2025-12-02T13:10:08.097" v="1768" actId="14100"/>
          <ac:spMkLst>
            <pc:docMk/>
            <pc:sldMk cId="3130734221" sldId="2605"/>
            <ac:spMk id="3" creationId="{8EEC9872-BC90-1762-F450-CCA283FC0F47}"/>
          </ac:spMkLst>
        </pc:spChg>
        <pc:spChg chg="mod">
          <ac:chgData name="Rafael Fons Bibiloni" userId="4d7b75dc-c824-42b3-85ca-bda1b3aa712b" providerId="ADAL" clId="{187C5606-33CD-5B02-A4AD-185BB0900077}" dt="2025-12-02T15:02:09.930" v="2470" actId="5793"/>
          <ac:spMkLst>
            <pc:docMk/>
            <pc:sldMk cId="3130734221" sldId="2605"/>
            <ac:spMk id="15" creationId="{33252F8C-0538-AD68-E44D-6CDA20CDF549}"/>
          </ac:spMkLst>
        </pc:spChg>
        <pc:graphicFrameChg chg="mod modGraphic">
          <ac:chgData name="Rafael Fons Bibiloni" userId="4d7b75dc-c824-42b3-85ca-bda1b3aa712b" providerId="ADAL" clId="{187C5606-33CD-5B02-A4AD-185BB0900077}" dt="2025-12-02T15:05:48.838" v="2504" actId="14734"/>
          <ac:graphicFrameMkLst>
            <pc:docMk/>
            <pc:sldMk cId="3130734221" sldId="2605"/>
            <ac:graphicFrameMk id="28" creationId="{A110CE17-DABB-523E-4603-F16D60853A69}"/>
          </ac:graphicFrameMkLst>
        </pc:graphicFrameChg>
      </pc:sldChg>
      <pc:sldChg chg="addSp delSp modSp mod ord delAnim modAnim">
        <pc:chgData name="Rafael Fons Bibiloni" userId="4d7b75dc-c824-42b3-85ca-bda1b3aa712b" providerId="ADAL" clId="{187C5606-33CD-5B02-A4AD-185BB0900077}" dt="2025-12-04T08:55:53.799" v="10878" actId="20578"/>
        <pc:sldMkLst>
          <pc:docMk/>
          <pc:sldMk cId="3904112543" sldId="2606"/>
        </pc:sldMkLst>
        <pc:spChg chg="add mod">
          <ac:chgData name="Rafael Fons Bibiloni" userId="4d7b75dc-c824-42b3-85ca-bda1b3aa712b" providerId="ADAL" clId="{187C5606-33CD-5B02-A4AD-185BB0900077}" dt="2025-12-03T22:16:17.955" v="9999" actId="1076"/>
          <ac:spMkLst>
            <pc:docMk/>
            <pc:sldMk cId="3904112543" sldId="2606"/>
            <ac:spMk id="3" creationId="{8268C530-BE6C-4407-0413-F2C2C88F388E}"/>
          </ac:spMkLst>
        </pc:spChg>
        <pc:spChg chg="mod">
          <ac:chgData name="Rafael Fons Bibiloni" userId="4d7b75dc-c824-42b3-85ca-bda1b3aa712b" providerId="ADAL" clId="{187C5606-33CD-5B02-A4AD-185BB0900077}" dt="2025-12-03T22:15:48.773" v="9930" actId="20577"/>
          <ac:spMkLst>
            <pc:docMk/>
            <pc:sldMk cId="3904112543" sldId="2606"/>
            <ac:spMk id="7" creationId="{691E88CF-E656-797D-BA88-80C05DF3255D}"/>
          </ac:spMkLst>
        </pc:spChg>
        <pc:graphicFrameChg chg="mod modGraphic">
          <ac:chgData name="Rafael Fons Bibiloni" userId="4d7b75dc-c824-42b3-85ca-bda1b3aa712b" providerId="ADAL" clId="{187C5606-33CD-5B02-A4AD-185BB0900077}" dt="2025-12-03T14:41:53.125" v="5485" actId="20577"/>
          <ac:graphicFrameMkLst>
            <pc:docMk/>
            <pc:sldMk cId="3904112543" sldId="2606"/>
            <ac:graphicFrameMk id="2" creationId="{268FAB6E-2729-308D-8099-8AA66EAD47EA}"/>
          </ac:graphicFrameMkLst>
        </pc:graphicFrameChg>
      </pc:sldChg>
      <pc:sldChg chg="addSp delSp modSp mod ord delAnim modAnim">
        <pc:chgData name="Rafael Fons Bibiloni" userId="4d7b75dc-c824-42b3-85ca-bda1b3aa712b" providerId="ADAL" clId="{187C5606-33CD-5B02-A4AD-185BB0900077}" dt="2025-12-03T22:13:05.198" v="9881"/>
        <pc:sldMkLst>
          <pc:docMk/>
          <pc:sldMk cId="2291896432" sldId="2609"/>
        </pc:sldMkLst>
        <pc:spChg chg="mod">
          <ac:chgData name="Rafael Fons Bibiloni" userId="4d7b75dc-c824-42b3-85ca-bda1b3aa712b" providerId="ADAL" clId="{187C5606-33CD-5B02-A4AD-185BB0900077}" dt="2025-12-02T20:29:09.666" v="4774" actId="207"/>
          <ac:spMkLst>
            <pc:docMk/>
            <pc:sldMk cId="2291896432" sldId="2609"/>
            <ac:spMk id="3" creationId="{F2AF3648-E45A-920D-D4CC-91E230FFBFCB}"/>
          </ac:spMkLst>
        </pc:spChg>
        <pc:spChg chg="add mod">
          <ac:chgData name="Rafael Fons Bibiloni" userId="4d7b75dc-c824-42b3-85ca-bda1b3aa712b" providerId="ADAL" clId="{187C5606-33CD-5B02-A4AD-185BB0900077}" dt="2025-12-02T14:36:11.141" v="2293" actId="14100"/>
          <ac:spMkLst>
            <pc:docMk/>
            <pc:sldMk cId="2291896432" sldId="2609"/>
            <ac:spMk id="4" creationId="{4CB676E0-9BD2-11D4-A950-54E2DBB86BC8}"/>
          </ac:spMkLst>
        </pc:spChg>
        <pc:spChg chg="mod">
          <ac:chgData name="Rafael Fons Bibiloni" userId="4d7b75dc-c824-42b3-85ca-bda1b3aa712b" providerId="ADAL" clId="{187C5606-33CD-5B02-A4AD-185BB0900077}" dt="2025-12-03T08:38:46.515" v="4957" actId="1036"/>
          <ac:spMkLst>
            <pc:docMk/>
            <pc:sldMk cId="2291896432" sldId="2609"/>
            <ac:spMk id="5" creationId="{2BA0FF5A-40D6-8939-695A-F0FF4167A4AF}"/>
          </ac:spMkLst>
        </pc:spChg>
        <pc:spChg chg="mod">
          <ac:chgData name="Rafael Fons Bibiloni" userId="4d7b75dc-c824-42b3-85ca-bda1b3aa712b" providerId="ADAL" clId="{187C5606-33CD-5B02-A4AD-185BB0900077}" dt="2025-12-02T15:20:36.183" v="2961" actId="27636"/>
          <ac:spMkLst>
            <pc:docMk/>
            <pc:sldMk cId="2291896432" sldId="2609"/>
            <ac:spMk id="7" creationId="{52286C2F-BF58-B476-1F04-342398DF2537}"/>
          </ac:spMkLst>
        </pc:spChg>
        <pc:spChg chg="mod">
          <ac:chgData name="Rafael Fons Bibiloni" userId="4d7b75dc-c824-42b3-85ca-bda1b3aa712b" providerId="ADAL" clId="{187C5606-33CD-5B02-A4AD-185BB0900077}" dt="2025-12-03T08:38:44.689" v="4955" actId="1036"/>
          <ac:spMkLst>
            <pc:docMk/>
            <pc:sldMk cId="2291896432" sldId="2609"/>
            <ac:spMk id="23" creationId="{7BDDFC60-6BDC-F44C-1986-3701129B7DBC}"/>
          </ac:spMkLst>
        </pc:spChg>
        <pc:picChg chg="mod">
          <ac:chgData name="Rafael Fons Bibiloni" userId="4d7b75dc-c824-42b3-85ca-bda1b3aa712b" providerId="ADAL" clId="{187C5606-33CD-5B02-A4AD-185BB0900077}" dt="2025-12-02T14:34:50.176" v="2281" actId="171"/>
          <ac:picMkLst>
            <pc:docMk/>
            <pc:sldMk cId="2291896432" sldId="2609"/>
            <ac:picMk id="2" creationId="{E1C28414-E0E8-7C11-F928-C35C3DFDDFE6}"/>
          </ac:picMkLst>
        </pc:picChg>
      </pc:sldChg>
      <pc:sldChg chg="addSp delSp modSp mod delAnim modAnim">
        <pc:chgData name="Rafael Fons Bibiloni" userId="4d7b75dc-c824-42b3-85ca-bda1b3aa712b" providerId="ADAL" clId="{187C5606-33CD-5B02-A4AD-185BB0900077}" dt="2025-12-03T22:21:08.713" v="10153" actId="171"/>
        <pc:sldMkLst>
          <pc:docMk/>
          <pc:sldMk cId="681885897" sldId="2610"/>
        </pc:sldMkLst>
        <pc:spChg chg="mod">
          <ac:chgData name="Rafael Fons Bibiloni" userId="4d7b75dc-c824-42b3-85ca-bda1b3aa712b" providerId="ADAL" clId="{187C5606-33CD-5B02-A4AD-185BB0900077}" dt="2025-12-02T15:19:50.692" v="2945" actId="20577"/>
          <ac:spMkLst>
            <pc:docMk/>
            <pc:sldMk cId="681885897" sldId="2610"/>
            <ac:spMk id="7" creationId="{F703A9EE-1C85-F550-C204-688A4251D5C8}"/>
          </ac:spMkLst>
        </pc:spChg>
        <pc:spChg chg="add mod">
          <ac:chgData name="Rafael Fons Bibiloni" userId="4d7b75dc-c824-42b3-85ca-bda1b3aa712b" providerId="ADAL" clId="{187C5606-33CD-5B02-A4AD-185BB0900077}" dt="2025-12-02T12:39:46.379" v="778" actId="20577"/>
          <ac:spMkLst>
            <pc:docMk/>
            <pc:sldMk cId="681885897" sldId="2610"/>
            <ac:spMk id="17" creationId="{9EAE0FEC-7D0F-C88E-B887-85E9F158FC55}"/>
          </ac:spMkLst>
        </pc:spChg>
        <pc:spChg chg="add mod">
          <ac:chgData name="Rafael Fons Bibiloni" userId="4d7b75dc-c824-42b3-85ca-bda1b3aa712b" providerId="ADAL" clId="{187C5606-33CD-5B02-A4AD-185BB0900077}" dt="2025-12-02T16:24:34.125" v="3437" actId="1076"/>
          <ac:spMkLst>
            <pc:docMk/>
            <pc:sldMk cId="681885897" sldId="2610"/>
            <ac:spMk id="19" creationId="{0CFA8A0A-2760-E0E8-BF56-FB2F1A9B380D}"/>
          </ac:spMkLst>
        </pc:spChg>
        <pc:spChg chg="mod">
          <ac:chgData name="Rafael Fons Bibiloni" userId="4d7b75dc-c824-42b3-85ca-bda1b3aa712b" providerId="ADAL" clId="{187C5606-33CD-5B02-A4AD-185BB0900077}" dt="2025-12-02T17:11:54.864" v="3798" actId="20577"/>
          <ac:spMkLst>
            <pc:docMk/>
            <pc:sldMk cId="681885897" sldId="2610"/>
            <ac:spMk id="23" creationId="{54375F7A-9884-E101-E8E7-7C9B3398EA63}"/>
          </ac:spMkLst>
        </pc:spChg>
        <pc:grpChg chg="add mod">
          <ac:chgData name="Rafael Fons Bibiloni" userId="4d7b75dc-c824-42b3-85ca-bda1b3aa712b" providerId="ADAL" clId="{187C5606-33CD-5B02-A4AD-185BB0900077}" dt="2025-12-03T22:21:08.713" v="10153" actId="171"/>
          <ac:grpSpMkLst>
            <pc:docMk/>
            <pc:sldMk cId="681885897" sldId="2610"/>
            <ac:grpSpMk id="3" creationId="{03E62D77-49BF-92BA-34CC-3356F2EF4E38}"/>
          </ac:grpSpMkLst>
        </pc:grpChg>
        <pc:picChg chg="add mod modCrop">
          <ac:chgData name="Rafael Fons Bibiloni" userId="4d7b75dc-c824-42b3-85ca-bda1b3aa712b" providerId="ADAL" clId="{187C5606-33CD-5B02-A4AD-185BB0900077}" dt="2025-12-03T22:20:34.832" v="10149" actId="1038"/>
          <ac:picMkLst>
            <pc:docMk/>
            <pc:sldMk cId="681885897" sldId="2610"/>
            <ac:picMk id="2" creationId="{DC48DC8E-A550-D3F2-2ED1-15A2876A1C92}"/>
          </ac:picMkLst>
        </pc:picChg>
        <pc:picChg chg="add mod">
          <ac:chgData name="Rafael Fons Bibiloni" userId="4d7b75dc-c824-42b3-85ca-bda1b3aa712b" providerId="ADAL" clId="{187C5606-33CD-5B02-A4AD-185BB0900077}" dt="2025-12-02T12:38:10.531" v="739" actId="171"/>
          <ac:picMkLst>
            <pc:docMk/>
            <pc:sldMk cId="681885897" sldId="2610"/>
            <ac:picMk id="11" creationId="{440392DC-9344-F779-BBA2-1DF097ADD2A8}"/>
          </ac:picMkLst>
        </pc:picChg>
        <pc:cxnChg chg="add mod">
          <ac:chgData name="Rafael Fons Bibiloni" userId="4d7b75dc-c824-42b3-85ca-bda1b3aa712b" providerId="ADAL" clId="{187C5606-33CD-5B02-A4AD-185BB0900077}" dt="2025-12-02T12:39:08.107" v="754" actId="692"/>
          <ac:cxnSpMkLst>
            <pc:docMk/>
            <pc:sldMk cId="681885897" sldId="2610"/>
            <ac:cxnSpMk id="9" creationId="{7DB4AC3F-44B0-7729-3C2D-62BF00D76698}"/>
          </ac:cxnSpMkLst>
        </pc:cxnChg>
      </pc:sldChg>
      <pc:sldChg chg="addSp delSp modSp mod ord delAnim modAnim">
        <pc:chgData name="Rafael Fons Bibiloni" userId="4d7b75dc-c824-42b3-85ca-bda1b3aa712b" providerId="ADAL" clId="{187C5606-33CD-5B02-A4AD-185BB0900077}" dt="2025-12-03T22:13:12.180" v="9882"/>
        <pc:sldMkLst>
          <pc:docMk/>
          <pc:sldMk cId="2225924092" sldId="2611"/>
        </pc:sldMkLst>
        <pc:spChg chg="add mod">
          <ac:chgData name="Rafael Fons Bibiloni" userId="4d7b75dc-c824-42b3-85ca-bda1b3aa712b" providerId="ADAL" clId="{187C5606-33CD-5B02-A4AD-185BB0900077}" dt="2025-12-02T16:24:23.106" v="3436" actId="1076"/>
          <ac:spMkLst>
            <pc:docMk/>
            <pc:sldMk cId="2225924092" sldId="2611"/>
            <ac:spMk id="2" creationId="{74A990B2-FAE2-E6BE-4BEC-DF7B03E88ED9}"/>
          </ac:spMkLst>
        </pc:spChg>
        <pc:spChg chg="mod">
          <ac:chgData name="Rafael Fons Bibiloni" userId="4d7b75dc-c824-42b3-85ca-bda1b3aa712b" providerId="ADAL" clId="{187C5606-33CD-5B02-A4AD-185BB0900077}" dt="2025-12-02T16:06:03.518" v="3415" actId="20577"/>
          <ac:spMkLst>
            <pc:docMk/>
            <pc:sldMk cId="2225924092" sldId="2611"/>
            <ac:spMk id="7" creationId="{1CA2A352-9C5F-02E8-C011-12BB98802F44}"/>
          </ac:spMkLst>
        </pc:spChg>
        <pc:spChg chg="mod">
          <ac:chgData name="Rafael Fons Bibiloni" userId="4d7b75dc-c824-42b3-85ca-bda1b3aa712b" providerId="ADAL" clId="{187C5606-33CD-5B02-A4AD-185BB0900077}" dt="2025-12-03T08:38:39.307" v="4952" actId="14100"/>
          <ac:spMkLst>
            <pc:docMk/>
            <pc:sldMk cId="2225924092" sldId="2611"/>
            <ac:spMk id="23" creationId="{BEA035F9-7E94-3941-E4EC-9752B3FA6833}"/>
          </ac:spMkLst>
        </pc:spChg>
        <pc:picChg chg="add mod">
          <ac:chgData name="Rafael Fons Bibiloni" userId="4d7b75dc-c824-42b3-85ca-bda1b3aa712b" providerId="ADAL" clId="{187C5606-33CD-5B02-A4AD-185BB0900077}" dt="2025-12-02T16:24:21.473" v="3435" actId="14100"/>
          <ac:picMkLst>
            <pc:docMk/>
            <pc:sldMk cId="2225924092" sldId="2611"/>
            <ac:picMk id="5" creationId="{9F5392AF-F94C-C5D7-7DF7-A4BC7EEF5710}"/>
          </ac:picMkLst>
        </pc:picChg>
      </pc:sldChg>
      <pc:sldChg chg="addSp delSp modSp mod ord delAnim modAnim">
        <pc:chgData name="Rafael Fons Bibiloni" userId="4d7b75dc-c824-42b3-85ca-bda1b3aa712b" providerId="ADAL" clId="{187C5606-33CD-5B02-A4AD-185BB0900077}" dt="2025-12-03T22:13:29.909" v="9884"/>
        <pc:sldMkLst>
          <pc:docMk/>
          <pc:sldMk cId="2172353120" sldId="2612"/>
        </pc:sldMkLst>
        <pc:spChg chg="add mod">
          <ac:chgData name="Rafael Fons Bibiloni" userId="4d7b75dc-c824-42b3-85ca-bda1b3aa712b" providerId="ADAL" clId="{187C5606-33CD-5B02-A4AD-185BB0900077}" dt="2025-12-03T08:39:01.023" v="4959" actId="14100"/>
          <ac:spMkLst>
            <pc:docMk/>
            <pc:sldMk cId="2172353120" sldId="2612"/>
            <ac:spMk id="3" creationId="{5289D44E-C993-7054-52ED-DFC89187F14D}"/>
          </ac:spMkLst>
        </pc:spChg>
        <pc:spChg chg="add mod">
          <ac:chgData name="Rafael Fons Bibiloni" userId="4d7b75dc-c824-42b3-85ca-bda1b3aa712b" providerId="ADAL" clId="{187C5606-33CD-5B02-A4AD-185BB0900077}" dt="2025-12-02T16:41:38.028" v="3461" actId="1076"/>
          <ac:spMkLst>
            <pc:docMk/>
            <pc:sldMk cId="2172353120" sldId="2612"/>
            <ac:spMk id="6" creationId="{92E73632-F802-695C-8BE8-0A3DC20A59CB}"/>
          </ac:spMkLst>
        </pc:spChg>
        <pc:spChg chg="mod">
          <ac:chgData name="Rafael Fons Bibiloni" userId="4d7b75dc-c824-42b3-85ca-bda1b3aa712b" providerId="ADAL" clId="{187C5606-33CD-5B02-A4AD-185BB0900077}" dt="2025-12-02T16:43:04.156" v="3520" actId="20577"/>
          <ac:spMkLst>
            <pc:docMk/>
            <pc:sldMk cId="2172353120" sldId="2612"/>
            <ac:spMk id="7" creationId="{F86A5E07-EFE1-4F77-30D3-B74C662B056E}"/>
          </ac:spMkLst>
        </pc:spChg>
        <pc:spChg chg="mod">
          <ac:chgData name="Rafael Fons Bibiloni" userId="4d7b75dc-c824-42b3-85ca-bda1b3aa712b" providerId="ADAL" clId="{187C5606-33CD-5B02-A4AD-185BB0900077}" dt="2025-12-03T08:39:06.208" v="4960" actId="14100"/>
          <ac:spMkLst>
            <pc:docMk/>
            <pc:sldMk cId="2172353120" sldId="2612"/>
            <ac:spMk id="23" creationId="{DA7D4720-95EA-5607-B8E5-107AAC64D176}"/>
          </ac:spMkLst>
        </pc:spChg>
        <pc:picChg chg="add mod">
          <ac:chgData name="Rafael Fons Bibiloni" userId="4d7b75dc-c824-42b3-85ca-bda1b3aa712b" providerId="ADAL" clId="{187C5606-33CD-5B02-A4AD-185BB0900077}" dt="2025-12-02T16:41:23.097" v="3451" actId="171"/>
          <ac:picMkLst>
            <pc:docMk/>
            <pc:sldMk cId="2172353120" sldId="2612"/>
            <ac:picMk id="5" creationId="{7CD18490-DE9A-86DB-39EC-A565D1F0EC67}"/>
          </ac:picMkLst>
        </pc:picChg>
      </pc:sldChg>
      <pc:sldChg chg="addSp delSp modSp mod ord delAnim modAnim">
        <pc:chgData name="Rafael Fons Bibiloni" userId="4d7b75dc-c824-42b3-85ca-bda1b3aa712b" providerId="ADAL" clId="{187C5606-33CD-5B02-A4AD-185BB0900077}" dt="2025-12-03T22:17:57.156" v="10074" actId="207"/>
        <pc:sldMkLst>
          <pc:docMk/>
          <pc:sldMk cId="2199110830" sldId="2616"/>
        </pc:sldMkLst>
        <pc:spChg chg="add del mod">
          <ac:chgData name="Rafael Fons Bibiloni" userId="4d7b75dc-c824-42b3-85ca-bda1b3aa712b" providerId="ADAL" clId="{187C5606-33CD-5B02-A4AD-185BB0900077}" dt="2025-12-03T14:29:02.234" v="5317" actId="478"/>
          <ac:spMkLst>
            <pc:docMk/>
            <pc:sldMk cId="2199110830" sldId="2616"/>
            <ac:spMk id="3" creationId="{F68CE28C-C3FD-9C8F-FB13-44812AAC9DF9}"/>
          </ac:spMkLst>
        </pc:spChg>
        <pc:spChg chg="add mod">
          <ac:chgData name="Rafael Fons Bibiloni" userId="4d7b75dc-c824-42b3-85ca-bda1b3aa712b" providerId="ADAL" clId="{187C5606-33CD-5B02-A4AD-185BB0900077}" dt="2025-12-03T14:27:51.104" v="5275" actId="20577"/>
          <ac:spMkLst>
            <pc:docMk/>
            <pc:sldMk cId="2199110830" sldId="2616"/>
            <ac:spMk id="4" creationId="{F153E00E-C933-4738-25B0-DFA5DC60AAC9}"/>
          </ac:spMkLst>
        </pc:spChg>
        <pc:spChg chg="mod">
          <ac:chgData name="Rafael Fons Bibiloni" userId="4d7b75dc-c824-42b3-85ca-bda1b3aa712b" providerId="ADAL" clId="{187C5606-33CD-5B02-A4AD-185BB0900077}" dt="2025-12-03T14:27:47.950" v="5273" actId="20577"/>
          <ac:spMkLst>
            <pc:docMk/>
            <pc:sldMk cId="2199110830" sldId="2616"/>
            <ac:spMk id="5" creationId="{C059C82D-DF07-E509-ECA0-C52902EC0358}"/>
          </ac:spMkLst>
        </pc:spChg>
        <pc:spChg chg="mod">
          <ac:chgData name="Rafael Fons Bibiloni" userId="4d7b75dc-c824-42b3-85ca-bda1b3aa712b" providerId="ADAL" clId="{187C5606-33CD-5B02-A4AD-185BB0900077}" dt="2025-12-03T14:26:44.549" v="5215" actId="1035"/>
          <ac:spMkLst>
            <pc:docMk/>
            <pc:sldMk cId="2199110830" sldId="2616"/>
            <ac:spMk id="6" creationId="{6E95DAC6-14D2-0D1E-9AD0-FFFCC95451EF}"/>
          </ac:spMkLst>
        </pc:spChg>
        <pc:spChg chg="mod">
          <ac:chgData name="Rafael Fons Bibiloni" userId="4d7b75dc-c824-42b3-85ca-bda1b3aa712b" providerId="ADAL" clId="{187C5606-33CD-5B02-A4AD-185BB0900077}" dt="2025-12-02T15:19:54.786" v="2946" actId="20577"/>
          <ac:spMkLst>
            <pc:docMk/>
            <pc:sldMk cId="2199110830" sldId="2616"/>
            <ac:spMk id="7" creationId="{653A179F-BC7A-A4C9-E428-635786281D9F}"/>
          </ac:spMkLst>
        </pc:spChg>
        <pc:spChg chg="add del mod">
          <ac:chgData name="Rafael Fons Bibiloni" userId="4d7b75dc-c824-42b3-85ca-bda1b3aa712b" providerId="ADAL" clId="{187C5606-33CD-5B02-A4AD-185BB0900077}" dt="2025-12-03T22:17:57.156" v="10074" actId="207"/>
          <ac:spMkLst>
            <pc:docMk/>
            <pc:sldMk cId="2199110830" sldId="2616"/>
            <ac:spMk id="8" creationId="{04E7A055-73C6-740B-5420-FB307559764A}"/>
          </ac:spMkLst>
        </pc:spChg>
        <pc:spChg chg="add mod">
          <ac:chgData name="Rafael Fons Bibiloni" userId="4d7b75dc-c824-42b3-85ca-bda1b3aa712b" providerId="ADAL" clId="{187C5606-33CD-5B02-A4AD-185BB0900077}" dt="2025-12-02T15:13:45.057" v="2722" actId="1076"/>
          <ac:spMkLst>
            <pc:docMk/>
            <pc:sldMk cId="2199110830" sldId="2616"/>
            <ac:spMk id="9" creationId="{2D58FFAA-BE68-0C9C-0BE0-700B009CAD06}"/>
          </ac:spMkLst>
        </pc:spChg>
        <pc:spChg chg="mod">
          <ac:chgData name="Rafael Fons Bibiloni" userId="4d7b75dc-c824-42b3-85ca-bda1b3aa712b" providerId="ADAL" clId="{187C5606-33CD-5B02-A4AD-185BB0900077}" dt="2025-12-03T14:26:44.549" v="5215" actId="1035"/>
          <ac:spMkLst>
            <pc:docMk/>
            <pc:sldMk cId="2199110830" sldId="2616"/>
            <ac:spMk id="11" creationId="{5763A8F3-63AD-8DA7-3084-CD069A71BB2A}"/>
          </ac:spMkLst>
        </pc:spChg>
        <pc:spChg chg="mod">
          <ac:chgData name="Rafael Fons Bibiloni" userId="4d7b75dc-c824-42b3-85ca-bda1b3aa712b" providerId="ADAL" clId="{187C5606-33CD-5B02-A4AD-185BB0900077}" dt="2025-12-03T14:26:44.549" v="5215" actId="1035"/>
          <ac:spMkLst>
            <pc:docMk/>
            <pc:sldMk cId="2199110830" sldId="2616"/>
            <ac:spMk id="13" creationId="{BA90D6AB-EF21-A746-DD86-0115107099E5}"/>
          </ac:spMkLst>
        </pc:spChg>
        <pc:spChg chg="add mod">
          <ac:chgData name="Rafael Fons Bibiloni" userId="4d7b75dc-c824-42b3-85ca-bda1b3aa712b" providerId="ADAL" clId="{187C5606-33CD-5B02-A4AD-185BB0900077}" dt="2025-12-03T14:31:56.931" v="5356" actId="1076"/>
          <ac:spMkLst>
            <pc:docMk/>
            <pc:sldMk cId="2199110830" sldId="2616"/>
            <ac:spMk id="15" creationId="{68751B6E-1679-29D0-5FDF-77D836109595}"/>
          </ac:spMkLst>
        </pc:spChg>
        <pc:spChg chg="mod">
          <ac:chgData name="Rafael Fons Bibiloni" userId="4d7b75dc-c824-42b3-85ca-bda1b3aa712b" providerId="ADAL" clId="{187C5606-33CD-5B02-A4AD-185BB0900077}" dt="2025-12-03T14:26:44.549" v="5215" actId="1035"/>
          <ac:spMkLst>
            <pc:docMk/>
            <pc:sldMk cId="2199110830" sldId="2616"/>
            <ac:spMk id="17" creationId="{53C567DC-A570-6968-E861-C856E60EE08F}"/>
          </ac:spMkLst>
        </pc:spChg>
        <pc:spChg chg="add mod">
          <ac:chgData name="Rafael Fons Bibiloni" userId="4d7b75dc-c824-42b3-85ca-bda1b3aa712b" providerId="ADAL" clId="{187C5606-33CD-5B02-A4AD-185BB0900077}" dt="2025-12-03T14:31:51.963" v="5355" actId="1076"/>
          <ac:spMkLst>
            <pc:docMk/>
            <pc:sldMk cId="2199110830" sldId="2616"/>
            <ac:spMk id="19" creationId="{FD3472F9-B870-AD9B-8A19-BA4E1A7262F9}"/>
          </ac:spMkLst>
        </pc:spChg>
        <pc:spChg chg="mod">
          <ac:chgData name="Rafael Fons Bibiloni" userId="4d7b75dc-c824-42b3-85ca-bda1b3aa712b" providerId="ADAL" clId="{187C5606-33CD-5B02-A4AD-185BB0900077}" dt="2025-12-03T14:26:44.549" v="5215" actId="1035"/>
          <ac:spMkLst>
            <pc:docMk/>
            <pc:sldMk cId="2199110830" sldId="2616"/>
            <ac:spMk id="21" creationId="{BEACF818-9479-5F85-6A54-5A69A2D61D78}"/>
          </ac:spMkLst>
        </pc:spChg>
        <pc:spChg chg="mod">
          <ac:chgData name="Rafael Fons Bibiloni" userId="4d7b75dc-c824-42b3-85ca-bda1b3aa712b" providerId="ADAL" clId="{187C5606-33CD-5B02-A4AD-185BB0900077}" dt="2025-12-03T22:15:17.540" v="9924" actId="20577"/>
          <ac:spMkLst>
            <pc:docMk/>
            <pc:sldMk cId="2199110830" sldId="2616"/>
            <ac:spMk id="23" creationId="{6BF2A8BE-2229-9B01-C1E2-881057C96B86}"/>
          </ac:spMkLst>
        </pc:spChg>
        <pc:spChg chg="mod">
          <ac:chgData name="Rafael Fons Bibiloni" userId="4d7b75dc-c824-42b3-85ca-bda1b3aa712b" providerId="ADAL" clId="{187C5606-33CD-5B02-A4AD-185BB0900077}" dt="2025-12-03T14:26:44.549" v="5215" actId="1035"/>
          <ac:spMkLst>
            <pc:docMk/>
            <pc:sldMk cId="2199110830" sldId="2616"/>
            <ac:spMk id="25" creationId="{356EB91C-893F-7C73-53B4-BC6CA6D42B39}"/>
          </ac:spMkLst>
        </pc:spChg>
        <pc:spChg chg="mod">
          <ac:chgData name="Rafael Fons Bibiloni" userId="4d7b75dc-c824-42b3-85ca-bda1b3aa712b" providerId="ADAL" clId="{187C5606-33CD-5B02-A4AD-185BB0900077}" dt="2025-12-03T14:26:44.549" v="5215" actId="1035"/>
          <ac:spMkLst>
            <pc:docMk/>
            <pc:sldMk cId="2199110830" sldId="2616"/>
            <ac:spMk id="27" creationId="{0734FF57-40D2-F5EC-4570-806535F7D3BF}"/>
          </ac:spMkLst>
        </pc:spChg>
        <pc:spChg chg="mod">
          <ac:chgData name="Rafael Fons Bibiloni" userId="4d7b75dc-c824-42b3-85ca-bda1b3aa712b" providerId="ADAL" clId="{187C5606-33CD-5B02-A4AD-185BB0900077}" dt="2025-12-02T15:14:03.989" v="2746" actId="20577"/>
          <ac:spMkLst>
            <pc:docMk/>
            <pc:sldMk cId="2199110830" sldId="2616"/>
            <ac:spMk id="28" creationId="{ECC61EF3-7CEE-E6FC-F3E6-26FF904CE195}"/>
          </ac:spMkLst>
        </pc:spChg>
        <pc:spChg chg="mod">
          <ac:chgData name="Rafael Fons Bibiloni" userId="4d7b75dc-c824-42b3-85ca-bda1b3aa712b" providerId="ADAL" clId="{187C5606-33CD-5B02-A4AD-185BB0900077}" dt="2025-12-02T15:14:02.532" v="2745" actId="20577"/>
          <ac:spMkLst>
            <pc:docMk/>
            <pc:sldMk cId="2199110830" sldId="2616"/>
            <ac:spMk id="29" creationId="{0E7366E2-CB2C-474B-BB18-9BFC89D8D04C}"/>
          </ac:spMkLst>
        </pc:spChg>
        <pc:spChg chg="add mod">
          <ac:chgData name="Rafael Fons Bibiloni" userId="4d7b75dc-c824-42b3-85ca-bda1b3aa712b" providerId="ADAL" clId="{187C5606-33CD-5B02-A4AD-185BB0900077}" dt="2025-12-03T14:32:26.945" v="5359" actId="20577"/>
          <ac:spMkLst>
            <pc:docMk/>
            <pc:sldMk cId="2199110830" sldId="2616"/>
            <ac:spMk id="30" creationId="{E866592E-3EDF-2A63-E59F-F6D2BD5E94A2}"/>
          </ac:spMkLst>
        </pc:spChg>
        <pc:spChg chg="add mod">
          <ac:chgData name="Rafael Fons Bibiloni" userId="4d7b75dc-c824-42b3-85ca-bda1b3aa712b" providerId="ADAL" clId="{187C5606-33CD-5B02-A4AD-185BB0900077}" dt="2025-12-03T14:30:54.514" v="5348" actId="1076"/>
          <ac:spMkLst>
            <pc:docMk/>
            <pc:sldMk cId="2199110830" sldId="2616"/>
            <ac:spMk id="31" creationId="{FABC14A5-5CD3-1725-E01F-2F9A818B04FE}"/>
          </ac:spMkLst>
        </pc:spChg>
        <pc:spChg chg="add mod">
          <ac:chgData name="Rafael Fons Bibiloni" userId="4d7b75dc-c824-42b3-85ca-bda1b3aa712b" providerId="ADAL" clId="{187C5606-33CD-5B02-A4AD-185BB0900077}" dt="2025-12-03T14:33:00.568" v="5373" actId="1076"/>
          <ac:spMkLst>
            <pc:docMk/>
            <pc:sldMk cId="2199110830" sldId="2616"/>
            <ac:spMk id="32" creationId="{E7E0247D-49B2-F6CD-124E-4A78F39D47EE}"/>
          </ac:spMkLst>
        </pc:spChg>
        <pc:spChg chg="add mod">
          <ac:chgData name="Rafael Fons Bibiloni" userId="4d7b75dc-c824-42b3-85ca-bda1b3aa712b" providerId="ADAL" clId="{187C5606-33CD-5B02-A4AD-185BB0900077}" dt="2025-12-03T14:32:42.495" v="5363" actId="20577"/>
          <ac:spMkLst>
            <pc:docMk/>
            <pc:sldMk cId="2199110830" sldId="2616"/>
            <ac:spMk id="33" creationId="{B05EBFBD-5037-DD59-F1BC-7A5C891968EC}"/>
          </ac:spMkLst>
        </pc:spChg>
        <pc:spChg chg="add del mod">
          <ac:chgData name="Rafael Fons Bibiloni" userId="4d7b75dc-c824-42b3-85ca-bda1b3aa712b" providerId="ADAL" clId="{187C5606-33CD-5B02-A4AD-185BB0900077}" dt="2025-12-03T14:31:44.306" v="5354" actId="478"/>
          <ac:spMkLst>
            <pc:docMk/>
            <pc:sldMk cId="2199110830" sldId="2616"/>
            <ac:spMk id="34" creationId="{290872D4-D912-3EE7-C6FE-1168C022B86F}"/>
          </ac:spMkLst>
        </pc:spChg>
        <pc:spChg chg="add mod">
          <ac:chgData name="Rafael Fons Bibiloni" userId="4d7b75dc-c824-42b3-85ca-bda1b3aa712b" providerId="ADAL" clId="{187C5606-33CD-5B02-A4AD-185BB0900077}" dt="2025-12-03T14:32:54.896" v="5372" actId="1035"/>
          <ac:spMkLst>
            <pc:docMk/>
            <pc:sldMk cId="2199110830" sldId="2616"/>
            <ac:spMk id="35" creationId="{16770029-0993-8D09-8E23-21230A69499B}"/>
          </ac:spMkLst>
        </pc:spChg>
        <pc:spChg chg="mod">
          <ac:chgData name="Rafael Fons Bibiloni" userId="4d7b75dc-c824-42b3-85ca-bda1b3aa712b" providerId="ADAL" clId="{187C5606-33CD-5B02-A4AD-185BB0900077}" dt="2025-12-03T14:26:59.070" v="5261" actId="1035"/>
          <ac:spMkLst>
            <pc:docMk/>
            <pc:sldMk cId="2199110830" sldId="2616"/>
            <ac:spMk id="39" creationId="{68F7C8DB-8F29-C764-8C27-AFCF819DA473}"/>
          </ac:spMkLst>
        </pc:spChg>
        <pc:spChg chg="mod">
          <ac:chgData name="Rafael Fons Bibiloni" userId="4d7b75dc-c824-42b3-85ca-bda1b3aa712b" providerId="ADAL" clId="{187C5606-33CD-5B02-A4AD-185BB0900077}" dt="2025-12-03T14:26:50.104" v="5233" actId="1037"/>
          <ac:spMkLst>
            <pc:docMk/>
            <pc:sldMk cId="2199110830" sldId="2616"/>
            <ac:spMk id="42" creationId="{6E60ABAE-0DFC-2745-630F-240AFFB3E5C2}"/>
          </ac:spMkLst>
        </pc:spChg>
        <pc:cxnChg chg="add mod">
          <ac:chgData name="Rafael Fons Bibiloni" userId="4d7b75dc-c824-42b3-85ca-bda1b3aa712b" providerId="ADAL" clId="{187C5606-33CD-5B02-A4AD-185BB0900077}" dt="2025-12-02T12:21:17.388" v="619" actId="1036"/>
          <ac:cxnSpMkLst>
            <pc:docMk/>
            <pc:sldMk cId="2199110830" sldId="2616"/>
            <ac:cxnSpMk id="2" creationId="{12AA91C6-5E28-9BD2-BE22-195B9CA25B67}"/>
          </ac:cxnSpMkLst>
        </pc:cxnChg>
        <pc:cxnChg chg="mod">
          <ac:chgData name="Rafael Fons Bibiloni" userId="4d7b75dc-c824-42b3-85ca-bda1b3aa712b" providerId="ADAL" clId="{187C5606-33CD-5B02-A4AD-185BB0900077}" dt="2025-12-02T12:20:16.455" v="536" actId="1076"/>
          <ac:cxnSpMkLst>
            <pc:docMk/>
            <pc:sldMk cId="2199110830" sldId="2616"/>
            <ac:cxnSpMk id="40" creationId="{CAE41F91-F17D-6B34-F35E-DE08FEFB56BB}"/>
          </ac:cxnSpMkLst>
        </pc:cxnChg>
      </pc:sldChg>
      <pc:sldChg chg="addSp delSp modSp add mod ord modAnim">
        <pc:chgData name="Rafael Fons Bibiloni" userId="4d7b75dc-c824-42b3-85ca-bda1b3aa712b" providerId="ADAL" clId="{187C5606-33CD-5B02-A4AD-185BB0900077}" dt="2025-12-03T14:39:46.254" v="5435" actId="20577"/>
        <pc:sldMkLst>
          <pc:docMk/>
          <pc:sldMk cId="2939853572" sldId="2617"/>
        </pc:sldMkLst>
        <pc:spChg chg="add mod">
          <ac:chgData name="Rafael Fons Bibiloni" userId="4d7b75dc-c824-42b3-85ca-bda1b3aa712b" providerId="ADAL" clId="{187C5606-33CD-5B02-A4AD-185BB0900077}" dt="2025-12-02T13:04:14.374" v="1444"/>
          <ac:spMkLst>
            <pc:docMk/>
            <pc:sldMk cId="2939853572" sldId="2617"/>
            <ac:spMk id="2" creationId="{DDB7B9D5-CD68-D6AA-2D30-78A5F6A3CB55}"/>
          </ac:spMkLst>
        </pc:spChg>
        <pc:spChg chg="add mod">
          <ac:chgData name="Rafael Fons Bibiloni" userId="4d7b75dc-c824-42b3-85ca-bda1b3aa712b" providerId="ADAL" clId="{187C5606-33CD-5B02-A4AD-185BB0900077}" dt="2025-12-02T15:01:58.415" v="2450" actId="20577"/>
          <ac:spMkLst>
            <pc:docMk/>
            <pc:sldMk cId="2939853572" sldId="2617"/>
            <ac:spMk id="4" creationId="{A6F1975B-E096-1D47-FBB3-62C7B71B0F0B}"/>
          </ac:spMkLst>
        </pc:spChg>
        <pc:graphicFrameChg chg="mod modGraphic">
          <ac:chgData name="Rafael Fons Bibiloni" userId="4d7b75dc-c824-42b3-85ca-bda1b3aa712b" providerId="ADAL" clId="{187C5606-33CD-5B02-A4AD-185BB0900077}" dt="2025-12-03T14:39:46.254" v="5435" actId="20577"/>
          <ac:graphicFrameMkLst>
            <pc:docMk/>
            <pc:sldMk cId="2939853572" sldId="2617"/>
            <ac:graphicFrameMk id="28" creationId="{5312F390-BD19-2F96-F7D8-72E98846777C}"/>
          </ac:graphicFrameMkLst>
        </pc:graphicFrameChg>
      </pc:sldChg>
      <pc:sldChg chg="addSp delSp modSp add mod ord delAnim modAnim">
        <pc:chgData name="Rafael Fons Bibiloni" userId="4d7b75dc-c824-42b3-85ca-bda1b3aa712b" providerId="ADAL" clId="{187C5606-33CD-5B02-A4AD-185BB0900077}" dt="2025-12-03T22:18:47.173" v="10125" actId="1076"/>
        <pc:sldMkLst>
          <pc:docMk/>
          <pc:sldMk cId="1469406794" sldId="2618"/>
        </pc:sldMkLst>
        <pc:spChg chg="add del mod">
          <ac:chgData name="Rafael Fons Bibiloni" userId="4d7b75dc-c824-42b3-85ca-bda1b3aa712b" providerId="ADAL" clId="{187C5606-33CD-5B02-A4AD-185BB0900077}" dt="2025-12-03T22:18:05.091" v="10077" actId="478"/>
          <ac:spMkLst>
            <pc:docMk/>
            <pc:sldMk cId="1469406794" sldId="2618"/>
            <ac:spMk id="3" creationId="{D24AAA68-EB6F-4A76-469F-772F37AC16EC}"/>
          </ac:spMkLst>
        </pc:spChg>
        <pc:spChg chg="add mod">
          <ac:chgData name="Rafael Fons Bibiloni" userId="4d7b75dc-c824-42b3-85ca-bda1b3aa712b" providerId="ADAL" clId="{187C5606-33CD-5B02-A4AD-185BB0900077}" dt="2025-12-03T22:18:16.773" v="10081" actId="14100"/>
          <ac:spMkLst>
            <pc:docMk/>
            <pc:sldMk cId="1469406794" sldId="2618"/>
            <ac:spMk id="4" creationId="{E63A48AA-0A85-A099-3807-CC95AFEC8D3E}"/>
          </ac:spMkLst>
        </pc:spChg>
        <pc:spChg chg="add mod">
          <ac:chgData name="Rafael Fons Bibiloni" userId="4d7b75dc-c824-42b3-85ca-bda1b3aa712b" providerId="ADAL" clId="{187C5606-33CD-5B02-A4AD-185BB0900077}" dt="2025-12-03T22:18:47.173" v="10125" actId="1076"/>
          <ac:spMkLst>
            <pc:docMk/>
            <pc:sldMk cId="1469406794" sldId="2618"/>
            <ac:spMk id="5" creationId="{DC9018E7-A9E9-6B13-DC3B-42F3A4F7BDA0}"/>
          </ac:spMkLst>
        </pc:spChg>
        <pc:spChg chg="mod">
          <ac:chgData name="Rafael Fons Bibiloni" userId="4d7b75dc-c824-42b3-85ca-bda1b3aa712b" providerId="ADAL" clId="{187C5606-33CD-5B02-A4AD-185BB0900077}" dt="2025-12-02T19:52:58.222" v="4409" actId="20577"/>
          <ac:spMkLst>
            <pc:docMk/>
            <pc:sldMk cId="1469406794" sldId="2618"/>
            <ac:spMk id="7" creationId="{4A943CEC-94AD-4509-1D94-4B7981FA3ECA}"/>
          </ac:spMkLst>
        </pc:spChg>
        <pc:picChg chg="add del mod">
          <ac:chgData name="Rafael Fons Bibiloni" userId="4d7b75dc-c824-42b3-85ca-bda1b3aa712b" providerId="ADAL" clId="{187C5606-33CD-5B02-A4AD-185BB0900077}" dt="2025-12-03T14:42:34.520" v="5486" actId="1076"/>
          <ac:picMkLst>
            <pc:docMk/>
            <pc:sldMk cId="1469406794" sldId="2618"/>
            <ac:picMk id="2" creationId="{131E094D-E21A-0C87-ECD0-FF5FE642EFF9}"/>
          </ac:picMkLst>
        </pc:picChg>
        <pc:picChg chg="add del mod">
          <ac:chgData name="Rafael Fons Bibiloni" userId="4d7b75dc-c824-42b3-85ca-bda1b3aa712b" providerId="ADAL" clId="{187C5606-33CD-5B02-A4AD-185BB0900077}" dt="2025-12-03T13:10:09.011" v="5193" actId="478"/>
          <ac:picMkLst>
            <pc:docMk/>
            <pc:sldMk cId="1469406794" sldId="2618"/>
            <ac:picMk id="6" creationId="{7F144700-5260-09E9-5984-AF392A8D3A8C}"/>
          </ac:picMkLst>
        </pc:picChg>
      </pc:sldChg>
      <pc:sldChg chg="addSp delSp modSp add mod delAnim modAnim">
        <pc:chgData name="Rafael Fons Bibiloni" userId="4d7b75dc-c824-42b3-85ca-bda1b3aa712b" providerId="ADAL" clId="{187C5606-33CD-5B02-A4AD-185BB0900077}" dt="2025-12-03T22:16:53.882" v="10003"/>
        <pc:sldMkLst>
          <pc:docMk/>
          <pc:sldMk cId="1455462156" sldId="2619"/>
        </pc:sldMkLst>
        <pc:spChg chg="add mod">
          <ac:chgData name="Rafael Fons Bibiloni" userId="4d7b75dc-c824-42b3-85ca-bda1b3aa712b" providerId="ADAL" clId="{187C5606-33CD-5B02-A4AD-185BB0900077}" dt="2025-12-02T19:55:22.089" v="4482" actId="1036"/>
          <ac:spMkLst>
            <pc:docMk/>
            <pc:sldMk cId="1455462156" sldId="2619"/>
            <ac:spMk id="4" creationId="{8E17324D-B5BB-13D3-4AA6-D7C124FD1268}"/>
          </ac:spMkLst>
        </pc:spChg>
        <pc:spChg chg="mod">
          <ac:chgData name="Rafael Fons Bibiloni" userId="4d7b75dc-c824-42b3-85ca-bda1b3aa712b" providerId="ADAL" clId="{187C5606-33CD-5B02-A4AD-185BB0900077}" dt="2025-12-02T17:57:11.876" v="3839" actId="20577"/>
          <ac:spMkLst>
            <pc:docMk/>
            <pc:sldMk cId="1455462156" sldId="2619"/>
            <ac:spMk id="7" creationId="{6333C692-A026-D723-01E5-2C0878A7D48D}"/>
          </ac:spMkLst>
        </pc:spChg>
        <pc:spChg chg="add mod">
          <ac:chgData name="Rafael Fons Bibiloni" userId="4d7b75dc-c824-42b3-85ca-bda1b3aa712b" providerId="ADAL" clId="{187C5606-33CD-5B02-A4AD-185BB0900077}" dt="2025-12-02T19:50:36.300" v="4328" actId="14100"/>
          <ac:spMkLst>
            <pc:docMk/>
            <pc:sldMk cId="1455462156" sldId="2619"/>
            <ac:spMk id="11" creationId="{05E3864A-4727-26E0-751A-284044450182}"/>
          </ac:spMkLst>
        </pc:spChg>
        <pc:spChg chg="add mod">
          <ac:chgData name="Rafael Fons Bibiloni" userId="4d7b75dc-c824-42b3-85ca-bda1b3aa712b" providerId="ADAL" clId="{187C5606-33CD-5B02-A4AD-185BB0900077}" dt="2025-12-02T19:29:47.056" v="4145" actId="1076"/>
          <ac:spMkLst>
            <pc:docMk/>
            <pc:sldMk cId="1455462156" sldId="2619"/>
            <ac:spMk id="13" creationId="{32812EB3-F3A5-50E1-7759-1BCD69EC5BFB}"/>
          </ac:spMkLst>
        </pc:spChg>
        <pc:spChg chg="add mod">
          <ac:chgData name="Rafael Fons Bibiloni" userId="4d7b75dc-c824-42b3-85ca-bda1b3aa712b" providerId="ADAL" clId="{187C5606-33CD-5B02-A4AD-185BB0900077}" dt="2025-12-02T19:50:38.491" v="4330" actId="1037"/>
          <ac:spMkLst>
            <pc:docMk/>
            <pc:sldMk cId="1455462156" sldId="2619"/>
            <ac:spMk id="15" creationId="{922E98C0-8563-6525-B130-0BC489616978}"/>
          </ac:spMkLst>
        </pc:spChg>
        <pc:spChg chg="add mod">
          <ac:chgData name="Rafael Fons Bibiloni" userId="4d7b75dc-c824-42b3-85ca-bda1b3aa712b" providerId="ADAL" clId="{187C5606-33CD-5B02-A4AD-185BB0900077}" dt="2025-12-02T19:29:49.606" v="4146" actId="1076"/>
          <ac:spMkLst>
            <pc:docMk/>
            <pc:sldMk cId="1455462156" sldId="2619"/>
            <ac:spMk id="17" creationId="{3382D80F-78C1-51A6-ACD4-CEA8935AD54B}"/>
          </ac:spMkLst>
        </pc:spChg>
        <pc:spChg chg="add mod">
          <ac:chgData name="Rafael Fons Bibiloni" userId="4d7b75dc-c824-42b3-85ca-bda1b3aa712b" providerId="ADAL" clId="{187C5606-33CD-5B02-A4AD-185BB0900077}" dt="2025-12-02T19:50:40.989" v="4333" actId="1038"/>
          <ac:spMkLst>
            <pc:docMk/>
            <pc:sldMk cId="1455462156" sldId="2619"/>
            <ac:spMk id="19" creationId="{80044DE4-65C7-FEFE-CBD6-0FA40FE38419}"/>
          </ac:spMkLst>
        </pc:spChg>
        <pc:spChg chg="add mod">
          <ac:chgData name="Rafael Fons Bibiloni" userId="4d7b75dc-c824-42b3-85ca-bda1b3aa712b" providerId="ADAL" clId="{187C5606-33CD-5B02-A4AD-185BB0900077}" dt="2025-12-02T19:50:44.281" v="4335" actId="1035"/>
          <ac:spMkLst>
            <pc:docMk/>
            <pc:sldMk cId="1455462156" sldId="2619"/>
            <ac:spMk id="21" creationId="{1842BA26-CE9A-EFD5-6132-69D0618F17B2}"/>
          </ac:spMkLst>
        </pc:spChg>
        <pc:grpChg chg="add mod">
          <ac:chgData name="Rafael Fons Bibiloni" userId="4d7b75dc-c824-42b3-85ca-bda1b3aa712b" providerId="ADAL" clId="{187C5606-33CD-5B02-A4AD-185BB0900077}" dt="2025-12-02T19:29:52.217" v="4148" actId="1076"/>
          <ac:grpSpMkLst>
            <pc:docMk/>
            <pc:sldMk cId="1455462156" sldId="2619"/>
            <ac:grpSpMk id="5" creationId="{E61AD1B9-05DA-5B73-6A56-D8EACE0E718D}"/>
          </ac:grpSpMkLst>
        </pc:grpChg>
        <pc:picChg chg="add mod modCrop">
          <ac:chgData name="Rafael Fons Bibiloni" userId="4d7b75dc-c824-42b3-85ca-bda1b3aa712b" providerId="ADAL" clId="{187C5606-33CD-5B02-A4AD-185BB0900077}" dt="2025-12-02T19:55:08.867" v="4468" actId="1035"/>
          <ac:picMkLst>
            <pc:docMk/>
            <pc:sldMk cId="1455462156" sldId="2619"/>
            <ac:picMk id="2" creationId="{8A95257C-0A38-2FD6-5DEF-846E1BC18A96}"/>
          </ac:picMkLst>
        </pc:picChg>
        <pc:picChg chg="add mod modCrop">
          <ac:chgData name="Rafael Fons Bibiloni" userId="4d7b75dc-c824-42b3-85ca-bda1b3aa712b" providerId="ADAL" clId="{187C5606-33CD-5B02-A4AD-185BB0900077}" dt="2025-12-02T17:55:49.416" v="3829" actId="732"/>
          <ac:picMkLst>
            <pc:docMk/>
            <pc:sldMk cId="1455462156" sldId="2619"/>
            <ac:picMk id="3" creationId="{613E0D4F-CDFC-1295-5048-D3C5EA3FD56B}"/>
          </ac:picMkLst>
        </pc:picChg>
      </pc:sldChg>
      <pc:sldChg chg="addSp delSp modSp add mod delAnim modAnim">
        <pc:chgData name="Rafael Fons Bibiloni" userId="4d7b75dc-c824-42b3-85ca-bda1b3aa712b" providerId="ADAL" clId="{187C5606-33CD-5B02-A4AD-185BB0900077}" dt="2025-12-03T22:17:36.760" v="10072" actId="20577"/>
        <pc:sldMkLst>
          <pc:docMk/>
          <pc:sldMk cId="799442532" sldId="2620"/>
        </pc:sldMkLst>
        <pc:spChg chg="add mod">
          <ac:chgData name="Rafael Fons Bibiloni" userId="4d7b75dc-c824-42b3-85ca-bda1b3aa712b" providerId="ADAL" clId="{187C5606-33CD-5B02-A4AD-185BB0900077}" dt="2025-12-02T19:56:05.665" v="4484" actId="207"/>
          <ac:spMkLst>
            <pc:docMk/>
            <pc:sldMk cId="799442532" sldId="2620"/>
            <ac:spMk id="4" creationId="{DD58F930-1858-EF6C-5C8F-CB1C135201F1}"/>
          </ac:spMkLst>
        </pc:spChg>
        <pc:spChg chg="add mod">
          <ac:chgData name="Rafael Fons Bibiloni" userId="4d7b75dc-c824-42b3-85ca-bda1b3aa712b" providerId="ADAL" clId="{187C5606-33CD-5B02-A4AD-185BB0900077}" dt="2025-12-02T19:49:50.651" v="4321" actId="2085"/>
          <ac:spMkLst>
            <pc:docMk/>
            <pc:sldMk cId="799442532" sldId="2620"/>
            <ac:spMk id="5" creationId="{5CC79CD8-43DF-E48A-737B-9B9452982E75}"/>
          </ac:spMkLst>
        </pc:spChg>
        <pc:spChg chg="add mod">
          <ac:chgData name="Rafael Fons Bibiloni" userId="4d7b75dc-c824-42b3-85ca-bda1b3aa712b" providerId="ADAL" clId="{187C5606-33CD-5B02-A4AD-185BB0900077}" dt="2025-12-02T19:49:28.183" v="4311" actId="1076"/>
          <ac:spMkLst>
            <pc:docMk/>
            <pc:sldMk cId="799442532" sldId="2620"/>
            <ac:spMk id="6" creationId="{1DA95038-492B-453F-7AE3-B6175FA3A87D}"/>
          </ac:spMkLst>
        </pc:spChg>
        <pc:spChg chg="mod">
          <ac:chgData name="Rafael Fons Bibiloni" userId="4d7b75dc-c824-42b3-85ca-bda1b3aa712b" providerId="ADAL" clId="{187C5606-33CD-5B02-A4AD-185BB0900077}" dt="2025-12-03T22:17:36.760" v="10072" actId="20577"/>
          <ac:spMkLst>
            <pc:docMk/>
            <pc:sldMk cId="799442532" sldId="2620"/>
            <ac:spMk id="7" creationId="{6DE3CDD8-C377-B94B-78BA-1011A2211FC2}"/>
          </ac:spMkLst>
        </pc:spChg>
        <pc:spChg chg="add mod">
          <ac:chgData name="Rafael Fons Bibiloni" userId="4d7b75dc-c824-42b3-85ca-bda1b3aa712b" providerId="ADAL" clId="{187C5606-33CD-5B02-A4AD-185BB0900077}" dt="2025-12-02T19:49:25.720" v="4310" actId="1076"/>
          <ac:spMkLst>
            <pc:docMk/>
            <pc:sldMk cId="799442532" sldId="2620"/>
            <ac:spMk id="8" creationId="{1F99A69B-DCCF-FBF8-B2E3-2B688964964B}"/>
          </ac:spMkLst>
        </pc:spChg>
        <pc:spChg chg="add mod">
          <ac:chgData name="Rafael Fons Bibiloni" userId="4d7b75dc-c824-42b3-85ca-bda1b3aa712b" providerId="ADAL" clId="{187C5606-33CD-5B02-A4AD-185BB0900077}" dt="2025-12-02T19:48:45.434" v="4293" actId="1076"/>
          <ac:spMkLst>
            <pc:docMk/>
            <pc:sldMk cId="799442532" sldId="2620"/>
            <ac:spMk id="9" creationId="{5B564FF2-ACE3-9E39-6240-54C789CEB452}"/>
          </ac:spMkLst>
        </pc:spChg>
        <pc:spChg chg="add mod">
          <ac:chgData name="Rafael Fons Bibiloni" userId="4d7b75dc-c824-42b3-85ca-bda1b3aa712b" providerId="ADAL" clId="{187C5606-33CD-5B02-A4AD-185BB0900077}" dt="2025-12-02T20:30:00.185" v="4776" actId="1035"/>
          <ac:spMkLst>
            <pc:docMk/>
            <pc:sldMk cId="799442532" sldId="2620"/>
            <ac:spMk id="11" creationId="{0A1C1BFF-C842-0C7D-5C6A-260BA8FF6AD9}"/>
          </ac:spMkLst>
        </pc:spChg>
        <pc:spChg chg="add mod">
          <ac:chgData name="Rafael Fons Bibiloni" userId="4d7b75dc-c824-42b3-85ca-bda1b3aa712b" providerId="ADAL" clId="{187C5606-33CD-5B02-A4AD-185BB0900077}" dt="2025-12-02T19:48:48.717" v="4294" actId="1076"/>
          <ac:spMkLst>
            <pc:docMk/>
            <pc:sldMk cId="799442532" sldId="2620"/>
            <ac:spMk id="13" creationId="{03FF7C34-4C19-D201-2D38-476AE22DEBE9}"/>
          </ac:spMkLst>
        </pc:spChg>
        <pc:spChg chg="add mod">
          <ac:chgData name="Rafael Fons Bibiloni" userId="4d7b75dc-c824-42b3-85ca-bda1b3aa712b" providerId="ADAL" clId="{187C5606-33CD-5B02-A4AD-185BB0900077}" dt="2025-12-02T19:48:51.380" v="4295" actId="1076"/>
          <ac:spMkLst>
            <pc:docMk/>
            <pc:sldMk cId="799442532" sldId="2620"/>
            <ac:spMk id="17" creationId="{92952FE8-1F54-D254-F24F-6054DCDB9A08}"/>
          </ac:spMkLst>
        </pc:spChg>
        <pc:picChg chg="add mod modCrop">
          <ac:chgData name="Rafael Fons Bibiloni" userId="4d7b75dc-c824-42b3-85ca-bda1b3aa712b" providerId="ADAL" clId="{187C5606-33CD-5B02-A4AD-185BB0900077}" dt="2025-12-02T19:50:11.700" v="4325" actId="732"/>
          <ac:picMkLst>
            <pc:docMk/>
            <pc:sldMk cId="799442532" sldId="2620"/>
            <ac:picMk id="2" creationId="{698BAFF7-FBDA-3AA3-F93E-5EEA68217589}"/>
          </ac:picMkLst>
        </pc:picChg>
      </pc:sldChg>
      <pc:sldChg chg="addSp delSp modSp add mod modAnim">
        <pc:chgData name="Rafael Fons Bibiloni" userId="4d7b75dc-c824-42b3-85ca-bda1b3aa712b" providerId="ADAL" clId="{187C5606-33CD-5B02-A4AD-185BB0900077}" dt="2025-12-03T22:19:12.570" v="10130"/>
        <pc:sldMkLst>
          <pc:docMk/>
          <pc:sldMk cId="1797700443" sldId="2621"/>
        </pc:sldMkLst>
        <pc:spChg chg="add mod">
          <ac:chgData name="Rafael Fons Bibiloni" userId="4d7b75dc-c824-42b3-85ca-bda1b3aa712b" providerId="ADAL" clId="{187C5606-33CD-5B02-A4AD-185BB0900077}" dt="2025-12-02T20:00:09.010" v="4556" actId="14100"/>
          <ac:spMkLst>
            <pc:docMk/>
            <pc:sldMk cId="1797700443" sldId="2621"/>
            <ac:spMk id="4" creationId="{672EC6A2-4B1D-A209-5B0E-E46DCCEC38C4}"/>
          </ac:spMkLst>
        </pc:spChg>
        <pc:spChg chg="mod">
          <ac:chgData name="Rafael Fons Bibiloni" userId="4d7b75dc-c824-42b3-85ca-bda1b3aa712b" providerId="ADAL" clId="{187C5606-33CD-5B02-A4AD-185BB0900077}" dt="2025-12-02T20:09:30.085" v="4576" actId="20577"/>
          <ac:spMkLst>
            <pc:docMk/>
            <pc:sldMk cId="1797700443" sldId="2621"/>
            <ac:spMk id="5" creationId="{A71CE489-3375-DD39-AE27-4A57859C0591}"/>
          </ac:spMkLst>
        </pc:spChg>
        <pc:spChg chg="add mod">
          <ac:chgData name="Rafael Fons Bibiloni" userId="4d7b75dc-c824-42b3-85ca-bda1b3aa712b" providerId="ADAL" clId="{187C5606-33CD-5B02-A4AD-185BB0900077}" dt="2025-12-02T20:00:01.644" v="4552" actId="1076"/>
          <ac:spMkLst>
            <pc:docMk/>
            <pc:sldMk cId="1797700443" sldId="2621"/>
            <ac:spMk id="6" creationId="{69419EC9-EDEE-9F45-1571-91C68B93B0E9}"/>
          </ac:spMkLst>
        </pc:spChg>
        <pc:spChg chg="mod">
          <ac:chgData name="Rafael Fons Bibiloni" userId="4d7b75dc-c824-42b3-85ca-bda1b3aa712b" providerId="ADAL" clId="{187C5606-33CD-5B02-A4AD-185BB0900077}" dt="2025-12-02T19:58:51.163" v="4546" actId="20577"/>
          <ac:spMkLst>
            <pc:docMk/>
            <pc:sldMk cId="1797700443" sldId="2621"/>
            <ac:spMk id="7" creationId="{8EEF7CCE-971D-940D-18A5-4BF8858E2269}"/>
          </ac:spMkLst>
        </pc:spChg>
        <pc:spChg chg="add mod">
          <ac:chgData name="Rafael Fons Bibiloni" userId="4d7b75dc-c824-42b3-85ca-bda1b3aa712b" providerId="ADAL" clId="{187C5606-33CD-5B02-A4AD-185BB0900077}" dt="2025-12-02T20:00:04.737" v="4554" actId="14100"/>
          <ac:spMkLst>
            <pc:docMk/>
            <pc:sldMk cId="1797700443" sldId="2621"/>
            <ac:spMk id="8" creationId="{A314EC0D-BEB0-AD53-4607-61FF89F62D54}"/>
          </ac:spMkLst>
        </pc:spChg>
        <pc:picChg chg="add mod">
          <ac:chgData name="Rafael Fons Bibiloni" userId="4d7b75dc-c824-42b3-85ca-bda1b3aa712b" providerId="ADAL" clId="{187C5606-33CD-5B02-A4AD-185BB0900077}" dt="2025-12-02T20:09:45.184" v="4586" actId="1076"/>
          <ac:picMkLst>
            <pc:docMk/>
            <pc:sldMk cId="1797700443" sldId="2621"/>
            <ac:picMk id="9" creationId="{901B0F61-9280-0577-C36F-72139F31CB76}"/>
          </ac:picMkLst>
        </pc:picChg>
      </pc:sldChg>
      <pc:sldChg chg="addSp delSp modSp add mod">
        <pc:chgData name="Rafael Fons Bibiloni" userId="4d7b75dc-c824-42b3-85ca-bda1b3aa712b" providerId="ADAL" clId="{187C5606-33CD-5B02-A4AD-185BB0900077}" dt="2025-12-03T17:27:20.484" v="5495" actId="1076"/>
        <pc:sldMkLst>
          <pc:docMk/>
          <pc:sldMk cId="2418882428" sldId="2622"/>
        </pc:sldMkLst>
        <pc:spChg chg="mod">
          <ac:chgData name="Rafael Fons Bibiloni" userId="4d7b75dc-c824-42b3-85ca-bda1b3aa712b" providerId="ADAL" clId="{187C5606-33CD-5B02-A4AD-185BB0900077}" dt="2025-12-03T17:27:20.484" v="5495" actId="1076"/>
          <ac:spMkLst>
            <pc:docMk/>
            <pc:sldMk cId="2418882428" sldId="2622"/>
            <ac:spMk id="4" creationId="{2D2481E5-064E-B788-5F11-F1C0D68F2255}"/>
          </ac:spMkLst>
        </pc:spChg>
        <pc:spChg chg="mod">
          <ac:chgData name="Rafael Fons Bibiloni" userId="4d7b75dc-c824-42b3-85ca-bda1b3aa712b" providerId="ADAL" clId="{187C5606-33CD-5B02-A4AD-185BB0900077}" dt="2025-12-02T20:10:47.150" v="4638" actId="14100"/>
          <ac:spMkLst>
            <pc:docMk/>
            <pc:sldMk cId="2418882428" sldId="2622"/>
            <ac:spMk id="5" creationId="{AF7AB23E-7E00-4DC0-D52E-BD28EFCE7349}"/>
          </ac:spMkLst>
        </pc:spChg>
        <pc:spChg chg="mod">
          <ac:chgData name="Rafael Fons Bibiloni" userId="4d7b75dc-c824-42b3-85ca-bda1b3aa712b" providerId="ADAL" clId="{187C5606-33CD-5B02-A4AD-185BB0900077}" dt="2025-12-02T20:18:22.335" v="4651" actId="1076"/>
          <ac:spMkLst>
            <pc:docMk/>
            <pc:sldMk cId="2418882428" sldId="2622"/>
            <ac:spMk id="6" creationId="{5DD68746-7CBC-97E1-8BB9-2D298DE886E7}"/>
          </ac:spMkLst>
        </pc:spChg>
        <pc:spChg chg="mod">
          <ac:chgData name="Rafael Fons Bibiloni" userId="4d7b75dc-c824-42b3-85ca-bda1b3aa712b" providerId="ADAL" clId="{187C5606-33CD-5B02-A4AD-185BB0900077}" dt="2025-12-02T20:09:37.168" v="4584" actId="20577"/>
          <ac:spMkLst>
            <pc:docMk/>
            <pc:sldMk cId="2418882428" sldId="2622"/>
            <ac:spMk id="7" creationId="{B963BB90-0479-DF18-FDF0-E6BE24EFD007}"/>
          </ac:spMkLst>
        </pc:spChg>
        <pc:spChg chg="mod">
          <ac:chgData name="Rafael Fons Bibiloni" userId="4d7b75dc-c824-42b3-85ca-bda1b3aa712b" providerId="ADAL" clId="{187C5606-33CD-5B02-A4AD-185BB0900077}" dt="2025-12-02T20:10:29.121" v="4590" actId="1076"/>
          <ac:spMkLst>
            <pc:docMk/>
            <pc:sldMk cId="2418882428" sldId="2622"/>
            <ac:spMk id="8" creationId="{8FA07632-A089-7A5F-79A1-4256C3C4B701}"/>
          </ac:spMkLst>
        </pc:spChg>
        <pc:picChg chg="add mod">
          <ac:chgData name="Rafael Fons Bibiloni" userId="4d7b75dc-c824-42b3-85ca-bda1b3aa712b" providerId="ADAL" clId="{187C5606-33CD-5B02-A4AD-185BB0900077}" dt="2025-12-02T20:17:48.661" v="4649" actId="1076"/>
          <ac:picMkLst>
            <pc:docMk/>
            <pc:sldMk cId="2418882428" sldId="2622"/>
            <ac:picMk id="2" creationId="{4623F061-37A0-F528-F385-E0973A9B73A8}"/>
          </ac:picMkLst>
        </pc:picChg>
      </pc:sldChg>
      <pc:sldChg chg="addSp delSp modSp add mod delAnim modAnim">
        <pc:chgData name="Rafael Fons Bibiloni" userId="4d7b75dc-c824-42b3-85ca-bda1b3aa712b" providerId="ADAL" clId="{187C5606-33CD-5B02-A4AD-185BB0900077}" dt="2025-12-03T22:23:43.879" v="10168" actId="20577"/>
        <pc:sldMkLst>
          <pc:docMk/>
          <pc:sldMk cId="371326299" sldId="2623"/>
        </pc:sldMkLst>
        <pc:spChg chg="add mod">
          <ac:chgData name="Rafael Fons Bibiloni" userId="4d7b75dc-c824-42b3-85ca-bda1b3aa712b" providerId="ADAL" clId="{187C5606-33CD-5B02-A4AD-185BB0900077}" dt="2025-12-03T22:23:04.104" v="10158" actId="1076"/>
          <ac:spMkLst>
            <pc:docMk/>
            <pc:sldMk cId="371326299" sldId="2623"/>
            <ac:spMk id="9" creationId="{A55123C2-7701-B093-4835-121D8C2AA861}"/>
          </ac:spMkLst>
        </pc:spChg>
        <pc:spChg chg="add mod">
          <ac:chgData name="Rafael Fons Bibiloni" userId="4d7b75dc-c824-42b3-85ca-bda1b3aa712b" providerId="ADAL" clId="{187C5606-33CD-5B02-A4AD-185BB0900077}" dt="2025-12-03T22:23:04.104" v="10158" actId="1076"/>
          <ac:spMkLst>
            <pc:docMk/>
            <pc:sldMk cId="371326299" sldId="2623"/>
            <ac:spMk id="11" creationId="{9B052FC6-8BB6-FAF4-ED70-6926D8C6B82D}"/>
          </ac:spMkLst>
        </pc:spChg>
        <pc:spChg chg="add mod">
          <ac:chgData name="Rafael Fons Bibiloni" userId="4d7b75dc-c824-42b3-85ca-bda1b3aa712b" providerId="ADAL" clId="{187C5606-33CD-5B02-A4AD-185BB0900077}" dt="2025-12-03T22:23:04.104" v="10158" actId="1076"/>
          <ac:spMkLst>
            <pc:docMk/>
            <pc:sldMk cId="371326299" sldId="2623"/>
            <ac:spMk id="13" creationId="{53C37D3B-115E-C774-90D0-178D131AD66F}"/>
          </ac:spMkLst>
        </pc:spChg>
        <pc:spChg chg="add mod">
          <ac:chgData name="Rafael Fons Bibiloni" userId="4d7b75dc-c824-42b3-85ca-bda1b3aa712b" providerId="ADAL" clId="{187C5606-33CD-5B02-A4AD-185BB0900077}" dt="2025-12-03T22:23:04.104" v="10158" actId="1076"/>
          <ac:spMkLst>
            <pc:docMk/>
            <pc:sldMk cId="371326299" sldId="2623"/>
            <ac:spMk id="15" creationId="{26FC231D-BFB6-1347-8B8D-4C08E4FD0D8E}"/>
          </ac:spMkLst>
        </pc:spChg>
        <pc:spChg chg="add mod">
          <ac:chgData name="Rafael Fons Bibiloni" userId="4d7b75dc-c824-42b3-85ca-bda1b3aa712b" providerId="ADAL" clId="{187C5606-33CD-5B02-A4AD-185BB0900077}" dt="2025-12-03T22:23:04.104" v="10158" actId="1076"/>
          <ac:spMkLst>
            <pc:docMk/>
            <pc:sldMk cId="371326299" sldId="2623"/>
            <ac:spMk id="19" creationId="{968E12AB-6924-935A-6160-023025A8D40F}"/>
          </ac:spMkLst>
        </pc:spChg>
        <pc:spChg chg="add mod">
          <ac:chgData name="Rafael Fons Bibiloni" userId="4d7b75dc-c824-42b3-85ca-bda1b3aa712b" providerId="ADAL" clId="{187C5606-33CD-5B02-A4AD-185BB0900077}" dt="2025-12-03T22:23:04.104" v="10158" actId="1076"/>
          <ac:spMkLst>
            <pc:docMk/>
            <pc:sldMk cId="371326299" sldId="2623"/>
            <ac:spMk id="21" creationId="{BC09AC61-03F4-FDFF-77AB-DE3000EA4B6B}"/>
          </ac:spMkLst>
        </pc:spChg>
        <pc:spChg chg="add mod">
          <ac:chgData name="Rafael Fons Bibiloni" userId="4d7b75dc-c824-42b3-85ca-bda1b3aa712b" providerId="ADAL" clId="{187C5606-33CD-5B02-A4AD-185BB0900077}" dt="2025-12-03T22:23:43.879" v="10168" actId="20577"/>
          <ac:spMkLst>
            <pc:docMk/>
            <pc:sldMk cId="371326299" sldId="2623"/>
            <ac:spMk id="25" creationId="{8F3D4E86-1CA1-6832-74F5-5D39DD944E77}"/>
          </ac:spMkLst>
        </pc:spChg>
        <pc:spChg chg="add del mod">
          <ac:chgData name="Rafael Fons Bibiloni" userId="4d7b75dc-c824-42b3-85ca-bda1b3aa712b" providerId="ADAL" clId="{187C5606-33CD-5B02-A4AD-185BB0900077}" dt="2025-12-03T22:22:48.895" v="10157" actId="478"/>
          <ac:spMkLst>
            <pc:docMk/>
            <pc:sldMk cId="371326299" sldId="2623"/>
            <ac:spMk id="27" creationId="{075D7E89-3250-190B-8A19-EE098F41C876}"/>
          </ac:spMkLst>
        </pc:spChg>
        <pc:spChg chg="add del mod">
          <ac:chgData name="Rafael Fons Bibiloni" userId="4d7b75dc-c824-42b3-85ca-bda1b3aa712b" providerId="ADAL" clId="{187C5606-33CD-5B02-A4AD-185BB0900077}" dt="2025-12-03T17:27:03.214" v="5491" actId="478"/>
          <ac:spMkLst>
            <pc:docMk/>
            <pc:sldMk cId="371326299" sldId="2623"/>
            <ac:spMk id="28" creationId="{3420BE98-404B-2C99-9BDC-9155F27A51ED}"/>
          </ac:spMkLst>
        </pc:spChg>
        <pc:spChg chg="add del mod">
          <ac:chgData name="Rafael Fons Bibiloni" userId="4d7b75dc-c824-42b3-85ca-bda1b3aa712b" providerId="ADAL" clId="{187C5606-33CD-5B02-A4AD-185BB0900077}" dt="2025-12-03T22:22:48.442" v="10156" actId="478"/>
          <ac:spMkLst>
            <pc:docMk/>
            <pc:sldMk cId="371326299" sldId="2623"/>
            <ac:spMk id="29" creationId="{B671266D-7638-EAC3-6A8D-F723F2AC3A4D}"/>
          </ac:spMkLst>
        </pc:spChg>
        <pc:spChg chg="add del mod">
          <ac:chgData name="Rafael Fons Bibiloni" userId="4d7b75dc-c824-42b3-85ca-bda1b3aa712b" providerId="ADAL" clId="{187C5606-33CD-5B02-A4AD-185BB0900077}" dt="2025-12-03T22:22:48.010" v="10155" actId="478"/>
          <ac:spMkLst>
            <pc:docMk/>
            <pc:sldMk cId="371326299" sldId="2623"/>
            <ac:spMk id="30" creationId="{4975FF19-1E1A-7D06-6AA3-0784B7ACA283}"/>
          </ac:spMkLst>
        </pc:spChg>
        <pc:picChg chg="mod">
          <ac:chgData name="Rafael Fons Bibiloni" userId="4d7b75dc-c824-42b3-85ca-bda1b3aa712b" providerId="ADAL" clId="{187C5606-33CD-5B02-A4AD-185BB0900077}" dt="2025-12-03T22:23:04.104" v="10158" actId="1076"/>
          <ac:picMkLst>
            <pc:docMk/>
            <pc:sldMk cId="371326299" sldId="2623"/>
            <ac:picMk id="2" creationId="{78C596A6-18B4-685A-795E-0B5607227A35}"/>
          </ac:picMkLst>
        </pc:picChg>
        <pc:picChg chg="add del mod">
          <ac:chgData name="Rafael Fons Bibiloni" userId="4d7b75dc-c824-42b3-85ca-bda1b3aa712b" providerId="ADAL" clId="{187C5606-33CD-5B02-A4AD-185BB0900077}" dt="2025-12-03T17:45:38.656" v="5648" actId="478"/>
          <ac:picMkLst>
            <pc:docMk/>
            <pc:sldMk cId="371326299" sldId="2623"/>
            <ac:picMk id="31" creationId="{CBC6B6B6-2EA8-1001-ED7F-871C8899A71A}"/>
          </ac:picMkLst>
        </pc:picChg>
        <pc:picChg chg="add del mod modCrop">
          <ac:chgData name="Rafael Fons Bibiloni" userId="4d7b75dc-c824-42b3-85ca-bda1b3aa712b" providerId="ADAL" clId="{187C5606-33CD-5B02-A4AD-185BB0900077}" dt="2025-12-03T22:22:44.032" v="10154" actId="478"/>
          <ac:picMkLst>
            <pc:docMk/>
            <pc:sldMk cId="371326299" sldId="2623"/>
            <ac:picMk id="32" creationId="{20E835B8-513F-FE06-BB77-519866ACDF67}"/>
          </ac:picMkLst>
        </pc:picChg>
      </pc:sldChg>
      <pc:sldChg chg="addSp delSp modSp add mod ord delAnim modAnim">
        <pc:chgData name="Rafael Fons Bibiloni" userId="4d7b75dc-c824-42b3-85ca-bda1b3aa712b" providerId="ADAL" clId="{187C5606-33CD-5B02-A4AD-185BB0900077}" dt="2025-12-04T08:33:37.246" v="10537" actId="20577"/>
        <pc:sldMkLst>
          <pc:docMk/>
          <pc:sldMk cId="496693064" sldId="2624"/>
        </pc:sldMkLst>
        <pc:spChg chg="add mod">
          <ac:chgData name="Rafael Fons Bibiloni" userId="4d7b75dc-c824-42b3-85ca-bda1b3aa712b" providerId="ADAL" clId="{187C5606-33CD-5B02-A4AD-185BB0900077}" dt="2025-12-03T22:27:33.085" v="10237" actId="1076"/>
          <ac:spMkLst>
            <pc:docMk/>
            <pc:sldMk cId="496693064" sldId="2624"/>
            <ac:spMk id="3" creationId="{F2D1A521-8618-62E3-6A41-914ED9219779}"/>
          </ac:spMkLst>
        </pc:spChg>
        <pc:spChg chg="add mod">
          <ac:chgData name="Rafael Fons Bibiloni" userId="4d7b75dc-c824-42b3-85ca-bda1b3aa712b" providerId="ADAL" clId="{187C5606-33CD-5B02-A4AD-185BB0900077}" dt="2025-12-03T18:01:52.373" v="6315" actId="1076"/>
          <ac:spMkLst>
            <pc:docMk/>
            <pc:sldMk cId="496693064" sldId="2624"/>
            <ac:spMk id="6" creationId="{DC42935A-C1D6-7419-10F4-A4CA3DD27A50}"/>
          </ac:spMkLst>
        </pc:spChg>
        <pc:spChg chg="mod">
          <ac:chgData name="Rafael Fons Bibiloni" userId="4d7b75dc-c824-42b3-85ca-bda1b3aa712b" providerId="ADAL" clId="{187C5606-33CD-5B02-A4AD-185BB0900077}" dt="2025-12-04T08:33:37.246" v="10537" actId="20577"/>
          <ac:spMkLst>
            <pc:docMk/>
            <pc:sldMk cId="496693064" sldId="2624"/>
            <ac:spMk id="7" creationId="{91DB30B4-07EF-50C4-28E2-62531B43A35E}"/>
          </ac:spMkLst>
        </pc:spChg>
        <pc:spChg chg="add mod">
          <ac:chgData name="Rafael Fons Bibiloni" userId="4d7b75dc-c824-42b3-85ca-bda1b3aa712b" providerId="ADAL" clId="{187C5606-33CD-5B02-A4AD-185BB0900077}" dt="2025-12-03T18:01:52.373" v="6315" actId="1076"/>
          <ac:spMkLst>
            <pc:docMk/>
            <pc:sldMk cId="496693064" sldId="2624"/>
            <ac:spMk id="8" creationId="{AA81155C-7074-B361-A823-3489596276F7}"/>
          </ac:spMkLst>
        </pc:spChg>
        <pc:spChg chg="del">
          <ac:chgData name="Rafael Fons Bibiloni" userId="4d7b75dc-c824-42b3-85ca-bda1b3aa712b" providerId="ADAL" clId="{187C5606-33CD-5B02-A4AD-185BB0900077}" dt="2025-12-03T17:30:03.979" v="5535" actId="478"/>
          <ac:spMkLst>
            <pc:docMk/>
            <pc:sldMk cId="496693064" sldId="2624"/>
            <ac:spMk id="9" creationId="{B9A7C5DC-FB22-093F-8715-B1D9058902B4}"/>
          </ac:spMkLst>
        </pc:spChg>
        <pc:spChg chg="del">
          <ac:chgData name="Rafael Fons Bibiloni" userId="4d7b75dc-c824-42b3-85ca-bda1b3aa712b" providerId="ADAL" clId="{187C5606-33CD-5B02-A4AD-185BB0900077}" dt="2025-12-03T17:30:03.979" v="5535" actId="478"/>
          <ac:spMkLst>
            <pc:docMk/>
            <pc:sldMk cId="496693064" sldId="2624"/>
            <ac:spMk id="11" creationId="{2A61F482-1AE7-A55C-DE48-AD60550D96F4}"/>
          </ac:spMkLst>
        </pc:spChg>
        <pc:spChg chg="del">
          <ac:chgData name="Rafael Fons Bibiloni" userId="4d7b75dc-c824-42b3-85ca-bda1b3aa712b" providerId="ADAL" clId="{187C5606-33CD-5B02-A4AD-185BB0900077}" dt="2025-12-03T17:30:03.979" v="5535" actId="478"/>
          <ac:spMkLst>
            <pc:docMk/>
            <pc:sldMk cId="496693064" sldId="2624"/>
            <ac:spMk id="13" creationId="{5F559B4C-7879-41D7-D755-9C00030DE453}"/>
          </ac:spMkLst>
        </pc:spChg>
        <pc:spChg chg="del">
          <ac:chgData name="Rafael Fons Bibiloni" userId="4d7b75dc-c824-42b3-85ca-bda1b3aa712b" providerId="ADAL" clId="{187C5606-33CD-5B02-A4AD-185BB0900077}" dt="2025-12-03T17:30:03.979" v="5535" actId="478"/>
          <ac:spMkLst>
            <pc:docMk/>
            <pc:sldMk cId="496693064" sldId="2624"/>
            <ac:spMk id="15" creationId="{338EAD9E-4FF4-837E-6B24-49D28612DB9E}"/>
          </ac:spMkLst>
        </pc:spChg>
        <pc:spChg chg="add mod">
          <ac:chgData name="Rafael Fons Bibiloni" userId="4d7b75dc-c824-42b3-85ca-bda1b3aa712b" providerId="ADAL" clId="{187C5606-33CD-5B02-A4AD-185BB0900077}" dt="2025-12-03T18:01:52.373" v="6315" actId="1076"/>
          <ac:spMkLst>
            <pc:docMk/>
            <pc:sldMk cId="496693064" sldId="2624"/>
            <ac:spMk id="17" creationId="{9D9E8850-D73E-129F-DB7A-071D1D427399}"/>
          </ac:spMkLst>
        </pc:spChg>
        <pc:spChg chg="del">
          <ac:chgData name="Rafael Fons Bibiloni" userId="4d7b75dc-c824-42b3-85ca-bda1b3aa712b" providerId="ADAL" clId="{187C5606-33CD-5B02-A4AD-185BB0900077}" dt="2025-12-03T17:30:03.979" v="5535" actId="478"/>
          <ac:spMkLst>
            <pc:docMk/>
            <pc:sldMk cId="496693064" sldId="2624"/>
            <ac:spMk id="19" creationId="{8D756AD8-E866-1CF7-C3EC-859987AE3BA5}"/>
          </ac:spMkLst>
        </pc:spChg>
        <pc:spChg chg="del">
          <ac:chgData name="Rafael Fons Bibiloni" userId="4d7b75dc-c824-42b3-85ca-bda1b3aa712b" providerId="ADAL" clId="{187C5606-33CD-5B02-A4AD-185BB0900077}" dt="2025-12-03T17:30:03.979" v="5535" actId="478"/>
          <ac:spMkLst>
            <pc:docMk/>
            <pc:sldMk cId="496693064" sldId="2624"/>
            <ac:spMk id="21" creationId="{9D6A0B57-199F-B820-E59C-76C9C0A8C42A}"/>
          </ac:spMkLst>
        </pc:spChg>
        <pc:spChg chg="del">
          <ac:chgData name="Rafael Fons Bibiloni" userId="4d7b75dc-c824-42b3-85ca-bda1b3aa712b" providerId="ADAL" clId="{187C5606-33CD-5B02-A4AD-185BB0900077}" dt="2025-12-03T17:54:19.807" v="5961" actId="478"/>
          <ac:spMkLst>
            <pc:docMk/>
            <pc:sldMk cId="496693064" sldId="2624"/>
            <ac:spMk id="25" creationId="{284CB8F4-C8EB-EC40-E030-75FB234C9BEC}"/>
          </ac:spMkLst>
        </pc:spChg>
        <pc:spChg chg="add mod">
          <ac:chgData name="Rafael Fons Bibiloni" userId="4d7b75dc-c824-42b3-85ca-bda1b3aa712b" providerId="ADAL" clId="{187C5606-33CD-5B02-A4AD-185BB0900077}" dt="2025-12-03T18:01:52.373" v="6315" actId="1076"/>
          <ac:spMkLst>
            <pc:docMk/>
            <pc:sldMk cId="496693064" sldId="2624"/>
            <ac:spMk id="31" creationId="{EDA42B6B-4305-1633-3E59-19F9069B4A11}"/>
          </ac:spMkLst>
        </pc:spChg>
        <pc:picChg chg="del">
          <ac:chgData name="Rafael Fons Bibiloni" userId="4d7b75dc-c824-42b3-85ca-bda1b3aa712b" providerId="ADAL" clId="{187C5606-33CD-5B02-A4AD-185BB0900077}" dt="2025-12-03T17:28:11.749" v="5504" actId="478"/>
          <ac:picMkLst>
            <pc:docMk/>
            <pc:sldMk cId="496693064" sldId="2624"/>
            <ac:picMk id="2" creationId="{14BE6C93-8B7A-D25F-0873-E810428D0472}"/>
          </ac:picMkLst>
        </pc:picChg>
        <pc:picChg chg="add del mod">
          <ac:chgData name="Rafael Fons Bibiloni" userId="4d7b75dc-c824-42b3-85ca-bda1b3aa712b" providerId="ADAL" clId="{187C5606-33CD-5B02-A4AD-185BB0900077}" dt="2025-12-03T22:26:54.254" v="10225" actId="478"/>
          <ac:picMkLst>
            <pc:docMk/>
            <pc:sldMk cId="496693064" sldId="2624"/>
            <ac:picMk id="2" creationId="{19FDFA1F-82F8-8827-7303-282E0C2DBB73}"/>
          </ac:picMkLst>
        </pc:picChg>
        <pc:picChg chg="add del mod modCrop">
          <ac:chgData name="Rafael Fons Bibiloni" userId="4d7b75dc-c824-42b3-85ca-bda1b3aa712b" providerId="ADAL" clId="{187C5606-33CD-5B02-A4AD-185BB0900077}" dt="2025-12-03T17:52:52.020" v="5892" actId="478"/>
          <ac:picMkLst>
            <pc:docMk/>
            <pc:sldMk cId="496693064" sldId="2624"/>
            <ac:picMk id="4" creationId="{D9E843CD-5DF6-AE18-97D3-A4D97AC5AB35}"/>
          </ac:picMkLst>
        </pc:picChg>
        <pc:picChg chg="add mod">
          <ac:chgData name="Rafael Fons Bibiloni" userId="4d7b75dc-c824-42b3-85ca-bda1b3aa712b" providerId="ADAL" clId="{187C5606-33CD-5B02-A4AD-185BB0900077}" dt="2025-12-03T18:01:52.373" v="6315" actId="1076"/>
          <ac:picMkLst>
            <pc:docMk/>
            <pc:sldMk cId="496693064" sldId="2624"/>
            <ac:picMk id="5" creationId="{613C9125-C84B-1CB6-B5B3-1937BC7A38E1}"/>
          </ac:picMkLst>
        </pc:picChg>
        <pc:picChg chg="add del mod">
          <ac:chgData name="Rafael Fons Bibiloni" userId="4d7b75dc-c824-42b3-85ca-bda1b3aa712b" providerId="ADAL" clId="{187C5606-33CD-5B02-A4AD-185BB0900077}" dt="2025-12-03T18:10:55.808" v="6417" actId="21"/>
          <ac:picMkLst>
            <pc:docMk/>
            <pc:sldMk cId="496693064" sldId="2624"/>
            <ac:picMk id="33" creationId="{2FE91B23-D348-6189-108C-0D60A726685F}"/>
          </ac:picMkLst>
        </pc:picChg>
        <pc:picChg chg="add mod">
          <ac:chgData name="Rafael Fons Bibiloni" userId="4d7b75dc-c824-42b3-85ca-bda1b3aa712b" providerId="ADAL" clId="{187C5606-33CD-5B02-A4AD-185BB0900077}" dt="2025-12-03T22:27:34.975" v="10238" actId="1076"/>
          <ac:picMkLst>
            <pc:docMk/>
            <pc:sldMk cId="496693064" sldId="2624"/>
            <ac:picMk id="1026" creationId="{499B47D8-43E1-C13F-F0C9-6AF1AFDEDD03}"/>
          </ac:picMkLst>
        </pc:picChg>
        <pc:cxnChg chg="add mod">
          <ac:chgData name="Rafael Fons Bibiloni" userId="4d7b75dc-c824-42b3-85ca-bda1b3aa712b" providerId="ADAL" clId="{187C5606-33CD-5B02-A4AD-185BB0900077}" dt="2025-12-03T18:01:52.373" v="6315" actId="1076"/>
          <ac:cxnSpMkLst>
            <pc:docMk/>
            <pc:sldMk cId="496693064" sldId="2624"/>
            <ac:cxnSpMk id="27" creationId="{A2B2CBAC-CEBA-4D7E-0352-B8CB0762EE03}"/>
          </ac:cxnSpMkLst>
        </pc:cxnChg>
        <pc:cxnChg chg="add mod">
          <ac:chgData name="Rafael Fons Bibiloni" userId="4d7b75dc-c824-42b3-85ca-bda1b3aa712b" providerId="ADAL" clId="{187C5606-33CD-5B02-A4AD-185BB0900077}" dt="2025-12-03T18:01:52.373" v="6315" actId="1076"/>
          <ac:cxnSpMkLst>
            <pc:docMk/>
            <pc:sldMk cId="496693064" sldId="2624"/>
            <ac:cxnSpMk id="28" creationId="{B766B576-4B59-F905-B443-59730271D07B}"/>
          </ac:cxnSpMkLst>
        </pc:cxnChg>
      </pc:sldChg>
      <pc:sldChg chg="delSp modSp add del mod ord delAnim">
        <pc:chgData name="Rafael Fons Bibiloni" userId="4d7b75dc-c824-42b3-85ca-bda1b3aa712b" providerId="ADAL" clId="{187C5606-33CD-5B02-A4AD-185BB0900077}" dt="2025-12-03T21:55:33.495" v="9129" actId="2696"/>
        <pc:sldMkLst>
          <pc:docMk/>
          <pc:sldMk cId="1828341381" sldId="2625"/>
        </pc:sldMkLst>
        <pc:spChg chg="del mod">
          <ac:chgData name="Rafael Fons Bibiloni" userId="4d7b75dc-c824-42b3-85ca-bda1b3aa712b" providerId="ADAL" clId="{187C5606-33CD-5B02-A4AD-185BB0900077}" dt="2025-12-03T18:03:50.677" v="6349" actId="478"/>
          <ac:spMkLst>
            <pc:docMk/>
            <pc:sldMk cId="1828341381" sldId="2625"/>
            <ac:spMk id="3" creationId="{5772AA6D-61B0-2BC0-F6D3-C20A40945DBC}"/>
          </ac:spMkLst>
        </pc:spChg>
        <pc:spChg chg="mod">
          <ac:chgData name="Rafael Fons Bibiloni" userId="4d7b75dc-c824-42b3-85ca-bda1b3aa712b" providerId="ADAL" clId="{187C5606-33CD-5B02-A4AD-185BB0900077}" dt="2025-12-03T18:03:45.983" v="6347" actId="20577"/>
          <ac:spMkLst>
            <pc:docMk/>
            <pc:sldMk cId="1828341381" sldId="2625"/>
            <ac:spMk id="7" creationId="{D9F793D1-8C8F-898F-D43D-4865C779A770}"/>
          </ac:spMkLst>
        </pc:spChg>
        <pc:spChg chg="del mod">
          <ac:chgData name="Rafael Fons Bibiloni" userId="4d7b75dc-c824-42b3-85ca-bda1b3aa712b" providerId="ADAL" clId="{187C5606-33CD-5B02-A4AD-185BB0900077}" dt="2025-12-03T18:03:54.851" v="6351" actId="478"/>
          <ac:spMkLst>
            <pc:docMk/>
            <pc:sldMk cId="1828341381" sldId="2625"/>
            <ac:spMk id="25" creationId="{59C51694-AA4C-6675-0622-5EC281619EE2}"/>
          </ac:spMkLst>
        </pc:spChg>
        <pc:picChg chg="mod">
          <ac:chgData name="Rafael Fons Bibiloni" userId="4d7b75dc-c824-42b3-85ca-bda1b3aa712b" providerId="ADAL" clId="{187C5606-33CD-5B02-A4AD-185BB0900077}" dt="2025-12-03T18:03:47.898" v="6348" actId="1076"/>
          <ac:picMkLst>
            <pc:docMk/>
            <pc:sldMk cId="1828341381" sldId="2625"/>
            <ac:picMk id="4" creationId="{B2685616-26BB-021D-6380-003FD22B96B2}"/>
          </ac:picMkLst>
        </pc:picChg>
      </pc:sldChg>
      <pc:sldChg chg="addSp delSp modSp add mod modAnim">
        <pc:chgData name="Rafael Fons Bibiloni" userId="4d7b75dc-c824-42b3-85ca-bda1b3aa712b" providerId="ADAL" clId="{187C5606-33CD-5B02-A4AD-185BB0900077}" dt="2025-12-04T09:06:59.383" v="11051"/>
        <pc:sldMkLst>
          <pc:docMk/>
          <pc:sldMk cId="1202167338" sldId="2626"/>
        </pc:sldMkLst>
        <pc:spChg chg="add del mod">
          <ac:chgData name="Rafael Fons Bibiloni" userId="4d7b75dc-c824-42b3-85ca-bda1b3aa712b" providerId="ADAL" clId="{187C5606-33CD-5B02-A4AD-185BB0900077}" dt="2025-12-03T18:09:16.395" v="6392" actId="478"/>
          <ac:spMkLst>
            <pc:docMk/>
            <pc:sldMk cId="1202167338" sldId="2626"/>
            <ac:spMk id="5" creationId="{B9255109-0A07-7891-DA94-11AE31F29963}"/>
          </ac:spMkLst>
        </pc:spChg>
        <pc:spChg chg="add mod">
          <ac:chgData name="Rafael Fons Bibiloni" userId="4d7b75dc-c824-42b3-85ca-bda1b3aa712b" providerId="ADAL" clId="{187C5606-33CD-5B02-A4AD-185BB0900077}" dt="2025-12-04T08:41:56.522" v="10810" actId="14100"/>
          <ac:spMkLst>
            <pc:docMk/>
            <pc:sldMk cId="1202167338" sldId="2626"/>
            <ac:spMk id="6" creationId="{9BA94AE0-A4B7-5359-0029-0E3989DAE1AE}"/>
          </ac:spMkLst>
        </pc:spChg>
        <pc:spChg chg="mod">
          <ac:chgData name="Rafael Fons Bibiloni" userId="4d7b75dc-c824-42b3-85ca-bda1b3aa712b" providerId="ADAL" clId="{187C5606-33CD-5B02-A4AD-185BB0900077}" dt="2025-12-04T08:39:17.902" v="10698" actId="20577"/>
          <ac:spMkLst>
            <pc:docMk/>
            <pc:sldMk cId="1202167338" sldId="2626"/>
            <ac:spMk id="7" creationId="{04AF8619-3654-6DB5-3BEA-99BACB4CB73A}"/>
          </ac:spMkLst>
        </pc:spChg>
        <pc:spChg chg="add del mod">
          <ac:chgData name="Rafael Fons Bibiloni" userId="4d7b75dc-c824-42b3-85ca-bda1b3aa712b" providerId="ADAL" clId="{187C5606-33CD-5B02-A4AD-185BB0900077}" dt="2025-12-03T18:12:53.722" v="6606" actId="478"/>
          <ac:spMkLst>
            <pc:docMk/>
            <pc:sldMk cId="1202167338" sldId="2626"/>
            <ac:spMk id="8" creationId="{737F815C-EC00-AFA0-EAB4-E9A552CAC94E}"/>
          </ac:spMkLst>
        </pc:spChg>
        <pc:spChg chg="add mod">
          <ac:chgData name="Rafael Fons Bibiloni" userId="4d7b75dc-c824-42b3-85ca-bda1b3aa712b" providerId="ADAL" clId="{187C5606-33CD-5B02-A4AD-185BB0900077}" dt="2025-12-04T08:41:17.871" v="10790" actId="20577"/>
          <ac:spMkLst>
            <pc:docMk/>
            <pc:sldMk cId="1202167338" sldId="2626"/>
            <ac:spMk id="9" creationId="{7972EC3A-C753-2C5A-2BF6-E122C6AB52FD}"/>
          </ac:spMkLst>
        </pc:spChg>
        <pc:spChg chg="add mod">
          <ac:chgData name="Rafael Fons Bibiloni" userId="4d7b75dc-c824-42b3-85ca-bda1b3aa712b" providerId="ADAL" clId="{187C5606-33CD-5B02-A4AD-185BB0900077}" dt="2025-12-04T08:40:49.289" v="10718" actId="1076"/>
          <ac:spMkLst>
            <pc:docMk/>
            <pc:sldMk cId="1202167338" sldId="2626"/>
            <ac:spMk id="11" creationId="{52ECDD25-D24E-F59E-4D85-CB3EAD21D9CF}"/>
          </ac:spMkLst>
        </pc:spChg>
        <pc:spChg chg="add mod">
          <ac:chgData name="Rafael Fons Bibiloni" userId="4d7b75dc-c824-42b3-85ca-bda1b3aa712b" providerId="ADAL" clId="{187C5606-33CD-5B02-A4AD-185BB0900077}" dt="2025-12-04T08:41:37.770" v="10795" actId="14100"/>
          <ac:spMkLst>
            <pc:docMk/>
            <pc:sldMk cId="1202167338" sldId="2626"/>
            <ac:spMk id="13" creationId="{A950A2BD-B5B4-8083-5D70-44B965764EF9}"/>
          </ac:spMkLst>
        </pc:spChg>
        <pc:spChg chg="add mod">
          <ac:chgData name="Rafael Fons Bibiloni" userId="4d7b75dc-c824-42b3-85ca-bda1b3aa712b" providerId="ADAL" clId="{187C5606-33CD-5B02-A4AD-185BB0900077}" dt="2025-12-04T09:02:12.980" v="11027" actId="692"/>
          <ac:spMkLst>
            <pc:docMk/>
            <pc:sldMk cId="1202167338" sldId="2626"/>
            <ac:spMk id="15" creationId="{171E4A90-A686-5D78-B9C3-366FFC6BEC17}"/>
          </ac:spMkLst>
        </pc:spChg>
        <pc:spChg chg="add del mod">
          <ac:chgData name="Rafael Fons Bibiloni" userId="4d7b75dc-c824-42b3-85ca-bda1b3aa712b" providerId="ADAL" clId="{187C5606-33CD-5B02-A4AD-185BB0900077}" dt="2025-12-03T18:16:03.107" v="6719" actId="478"/>
          <ac:spMkLst>
            <pc:docMk/>
            <pc:sldMk cId="1202167338" sldId="2626"/>
            <ac:spMk id="15" creationId="{8E81862A-94C7-C73F-101B-C59DD0987049}"/>
          </ac:spMkLst>
        </pc:spChg>
        <pc:spChg chg="add del mod">
          <ac:chgData name="Rafael Fons Bibiloni" userId="4d7b75dc-c824-42b3-85ca-bda1b3aa712b" providerId="ADAL" clId="{187C5606-33CD-5B02-A4AD-185BB0900077}" dt="2025-12-04T08:44:26.666" v="10843" actId="478"/>
          <ac:spMkLst>
            <pc:docMk/>
            <pc:sldMk cId="1202167338" sldId="2626"/>
            <ac:spMk id="17" creationId="{26206ABD-E376-8C97-5E3C-AF9DC43190D0}"/>
          </ac:spMkLst>
        </pc:spChg>
        <pc:spChg chg="add del mod">
          <ac:chgData name="Rafael Fons Bibiloni" userId="4d7b75dc-c824-42b3-85ca-bda1b3aa712b" providerId="ADAL" clId="{187C5606-33CD-5B02-A4AD-185BB0900077}" dt="2025-12-03T18:16:02.246" v="6718" actId="478"/>
          <ac:spMkLst>
            <pc:docMk/>
            <pc:sldMk cId="1202167338" sldId="2626"/>
            <ac:spMk id="17" creationId="{9968B4A9-6513-78A3-8352-44BDC8DC3351}"/>
          </ac:spMkLst>
        </pc:spChg>
        <pc:spChg chg="add mod">
          <ac:chgData name="Rafael Fons Bibiloni" userId="4d7b75dc-c824-42b3-85ca-bda1b3aa712b" providerId="ADAL" clId="{187C5606-33CD-5B02-A4AD-185BB0900077}" dt="2025-12-04T09:00:40.845" v="11020" actId="20577"/>
          <ac:spMkLst>
            <pc:docMk/>
            <pc:sldMk cId="1202167338" sldId="2626"/>
            <ac:spMk id="19" creationId="{1F0366AE-B087-EC8E-53B3-C2259E3FF4FF}"/>
          </ac:spMkLst>
        </pc:spChg>
        <pc:spChg chg="add del mod">
          <ac:chgData name="Rafael Fons Bibiloni" userId="4d7b75dc-c824-42b3-85ca-bda1b3aa712b" providerId="ADAL" clId="{187C5606-33CD-5B02-A4AD-185BB0900077}" dt="2025-12-04T08:44:28.594" v="10844" actId="478"/>
          <ac:spMkLst>
            <pc:docMk/>
            <pc:sldMk cId="1202167338" sldId="2626"/>
            <ac:spMk id="25" creationId="{C5E975E3-77AB-EA23-11A9-859CF0415B77}"/>
          </ac:spMkLst>
        </pc:spChg>
        <pc:spChg chg="add del mod">
          <ac:chgData name="Rafael Fons Bibiloni" userId="4d7b75dc-c824-42b3-85ca-bda1b3aa712b" providerId="ADAL" clId="{187C5606-33CD-5B02-A4AD-185BB0900077}" dt="2025-12-04T08:44:31.044" v="10845" actId="478"/>
          <ac:spMkLst>
            <pc:docMk/>
            <pc:sldMk cId="1202167338" sldId="2626"/>
            <ac:spMk id="27" creationId="{CDA6DB47-27E0-2AAE-CCC2-E20AE7C8ADFC}"/>
          </ac:spMkLst>
        </pc:spChg>
        <pc:spChg chg="add mod">
          <ac:chgData name="Rafael Fons Bibiloni" userId="4d7b75dc-c824-42b3-85ca-bda1b3aa712b" providerId="ADAL" clId="{187C5606-33CD-5B02-A4AD-185BB0900077}" dt="2025-12-04T09:02:12.980" v="11027" actId="692"/>
          <ac:spMkLst>
            <pc:docMk/>
            <pc:sldMk cId="1202167338" sldId="2626"/>
            <ac:spMk id="28" creationId="{88532092-9938-834C-565C-B32B4C9BCCC9}"/>
          </ac:spMkLst>
        </pc:spChg>
        <pc:spChg chg="add mod">
          <ac:chgData name="Rafael Fons Bibiloni" userId="4d7b75dc-c824-42b3-85ca-bda1b3aa712b" providerId="ADAL" clId="{187C5606-33CD-5B02-A4AD-185BB0900077}" dt="2025-12-04T09:02:12.980" v="11027" actId="692"/>
          <ac:spMkLst>
            <pc:docMk/>
            <pc:sldMk cId="1202167338" sldId="2626"/>
            <ac:spMk id="29" creationId="{C15EBAC6-0CAC-6767-8E37-C2CBD5D2AA45}"/>
          </ac:spMkLst>
        </pc:spChg>
        <pc:spChg chg="add mod">
          <ac:chgData name="Rafael Fons Bibiloni" userId="4d7b75dc-c824-42b3-85ca-bda1b3aa712b" providerId="ADAL" clId="{187C5606-33CD-5B02-A4AD-185BB0900077}" dt="2025-12-04T09:02:12.980" v="11027" actId="692"/>
          <ac:spMkLst>
            <pc:docMk/>
            <pc:sldMk cId="1202167338" sldId="2626"/>
            <ac:spMk id="30" creationId="{53423FBC-5C40-60E5-00BF-E630A4949B1C}"/>
          </ac:spMkLst>
        </pc:spChg>
        <pc:spChg chg="add mod">
          <ac:chgData name="Rafael Fons Bibiloni" userId="4d7b75dc-c824-42b3-85ca-bda1b3aa712b" providerId="ADAL" clId="{187C5606-33CD-5B02-A4AD-185BB0900077}" dt="2025-12-04T09:02:12.980" v="11027" actId="692"/>
          <ac:spMkLst>
            <pc:docMk/>
            <pc:sldMk cId="1202167338" sldId="2626"/>
            <ac:spMk id="31" creationId="{A31B8EB4-962A-2F29-2E48-54C4D94251B2}"/>
          </ac:spMkLst>
        </pc:spChg>
        <pc:spChg chg="add mod">
          <ac:chgData name="Rafael Fons Bibiloni" userId="4d7b75dc-c824-42b3-85ca-bda1b3aa712b" providerId="ADAL" clId="{187C5606-33CD-5B02-A4AD-185BB0900077}" dt="2025-12-04T09:02:12.980" v="11027" actId="692"/>
          <ac:spMkLst>
            <pc:docMk/>
            <pc:sldMk cId="1202167338" sldId="2626"/>
            <ac:spMk id="32" creationId="{155AF15E-875E-7224-1D68-45D075C01C9E}"/>
          </ac:spMkLst>
        </pc:spChg>
        <pc:spChg chg="add mod">
          <ac:chgData name="Rafael Fons Bibiloni" userId="4d7b75dc-c824-42b3-85ca-bda1b3aa712b" providerId="ADAL" clId="{187C5606-33CD-5B02-A4AD-185BB0900077}" dt="2025-12-04T09:02:12.980" v="11027" actId="692"/>
          <ac:spMkLst>
            <pc:docMk/>
            <pc:sldMk cId="1202167338" sldId="2626"/>
            <ac:spMk id="33" creationId="{0885ED4E-0BAE-3F01-7567-1FBFDB4616BD}"/>
          </ac:spMkLst>
        </pc:spChg>
        <pc:spChg chg="add mod">
          <ac:chgData name="Rafael Fons Bibiloni" userId="4d7b75dc-c824-42b3-85ca-bda1b3aa712b" providerId="ADAL" clId="{187C5606-33CD-5B02-A4AD-185BB0900077}" dt="2025-12-04T09:02:12.980" v="11027" actId="692"/>
          <ac:spMkLst>
            <pc:docMk/>
            <pc:sldMk cId="1202167338" sldId="2626"/>
            <ac:spMk id="34" creationId="{0E8699BE-70D0-ED09-B369-116E0A00C997}"/>
          </ac:spMkLst>
        </pc:spChg>
        <pc:spChg chg="add del mod">
          <ac:chgData name="Rafael Fons Bibiloni" userId="4d7b75dc-c824-42b3-85ca-bda1b3aa712b" providerId="ADAL" clId="{187C5606-33CD-5B02-A4AD-185BB0900077}" dt="2025-12-04T08:57:27.279" v="10909" actId="478"/>
          <ac:spMkLst>
            <pc:docMk/>
            <pc:sldMk cId="1202167338" sldId="2626"/>
            <ac:spMk id="40" creationId="{CE27304E-3167-FECB-A64C-CD895278A18B}"/>
          </ac:spMkLst>
        </pc:spChg>
        <pc:spChg chg="add del mod">
          <ac:chgData name="Rafael Fons Bibiloni" userId="4d7b75dc-c824-42b3-85ca-bda1b3aa712b" providerId="ADAL" clId="{187C5606-33CD-5B02-A4AD-185BB0900077}" dt="2025-12-04T08:57:04.719" v="10899" actId="478"/>
          <ac:spMkLst>
            <pc:docMk/>
            <pc:sldMk cId="1202167338" sldId="2626"/>
            <ac:spMk id="41" creationId="{E4BAE65F-5C98-9139-5E90-291B00CB4664}"/>
          </ac:spMkLst>
        </pc:spChg>
        <pc:spChg chg="add del mod">
          <ac:chgData name="Rafael Fons Bibiloni" userId="4d7b75dc-c824-42b3-85ca-bda1b3aa712b" providerId="ADAL" clId="{187C5606-33CD-5B02-A4AD-185BB0900077}" dt="2025-12-04T08:57:26.411" v="10908" actId="478"/>
          <ac:spMkLst>
            <pc:docMk/>
            <pc:sldMk cId="1202167338" sldId="2626"/>
            <ac:spMk id="42" creationId="{68599F3C-1DFE-3EFD-91A5-0558DEF929AF}"/>
          </ac:spMkLst>
        </pc:spChg>
        <pc:picChg chg="add mod">
          <ac:chgData name="Rafael Fons Bibiloni" userId="4d7b75dc-c824-42b3-85ca-bda1b3aa712b" providerId="ADAL" clId="{187C5606-33CD-5B02-A4AD-185BB0900077}" dt="2025-12-04T08:57:23.582" v="10907" actId="1076"/>
          <ac:picMkLst>
            <pc:docMk/>
            <pc:sldMk cId="1202167338" sldId="2626"/>
            <ac:picMk id="2" creationId="{A365EF23-7F53-9302-D66F-36DD24870B81}"/>
          </ac:picMkLst>
        </pc:picChg>
        <pc:picChg chg="add del mod">
          <ac:chgData name="Rafael Fons Bibiloni" userId="4d7b75dc-c824-42b3-85ca-bda1b3aa712b" providerId="ADAL" clId="{187C5606-33CD-5B02-A4AD-185BB0900077}" dt="2025-12-03T18:16:01.511" v="6717" actId="478"/>
          <ac:picMkLst>
            <pc:docMk/>
            <pc:sldMk cId="1202167338" sldId="2626"/>
            <ac:picMk id="3" creationId="{E4666175-91E2-7D8C-1C99-DC4F09AF9E16}"/>
          </ac:picMkLst>
        </pc:picChg>
        <pc:picChg chg="del">
          <ac:chgData name="Rafael Fons Bibiloni" userId="4d7b75dc-c824-42b3-85ca-bda1b3aa712b" providerId="ADAL" clId="{187C5606-33CD-5B02-A4AD-185BB0900077}" dt="2025-12-03T18:07:38.081" v="6354" actId="478"/>
          <ac:picMkLst>
            <pc:docMk/>
            <pc:sldMk cId="1202167338" sldId="2626"/>
            <ac:picMk id="4" creationId="{FC1DE9EF-0B67-D299-F40E-0E6BE589DFD9}"/>
          </ac:picMkLst>
        </pc:picChg>
        <pc:picChg chg="add mod">
          <ac:chgData name="Rafael Fons Bibiloni" userId="4d7b75dc-c824-42b3-85ca-bda1b3aa712b" providerId="ADAL" clId="{187C5606-33CD-5B02-A4AD-185BB0900077}" dt="2025-12-03T18:13:08.815" v="6614"/>
          <ac:picMkLst>
            <pc:docMk/>
            <pc:sldMk cId="1202167338" sldId="2626"/>
            <ac:picMk id="11" creationId="{A62B85D5-B27B-5C18-E8B5-B09019F7F040}"/>
          </ac:picMkLst>
        </pc:picChg>
        <pc:picChg chg="add del mod">
          <ac:chgData name="Rafael Fons Bibiloni" userId="4d7b75dc-c824-42b3-85ca-bda1b3aa712b" providerId="ADAL" clId="{187C5606-33CD-5B02-A4AD-185BB0900077}" dt="2025-12-04T08:38:31.341" v="10591" actId="478"/>
          <ac:picMkLst>
            <pc:docMk/>
            <pc:sldMk cId="1202167338" sldId="2626"/>
            <ac:picMk id="21" creationId="{B7892C6D-349E-8E08-5325-BAAF8BD1E5D0}"/>
          </ac:picMkLst>
        </pc:picChg>
        <pc:picChg chg="add del mod">
          <ac:chgData name="Rafael Fons Bibiloni" userId="4d7b75dc-c824-42b3-85ca-bda1b3aa712b" providerId="ADAL" clId="{187C5606-33CD-5B02-A4AD-185BB0900077}" dt="2025-12-04T08:38:32.183" v="10592" actId="478"/>
          <ac:picMkLst>
            <pc:docMk/>
            <pc:sldMk cId="1202167338" sldId="2626"/>
            <ac:picMk id="23" creationId="{3CBBB288-408F-1671-1D26-B6D58471C33B}"/>
          </ac:picMkLst>
        </pc:picChg>
        <pc:cxnChg chg="add mod">
          <ac:chgData name="Rafael Fons Bibiloni" userId="4d7b75dc-c824-42b3-85ca-bda1b3aa712b" providerId="ADAL" clId="{187C5606-33CD-5B02-A4AD-185BB0900077}" dt="2025-12-04T08:41:44.788" v="10805" actId="692"/>
          <ac:cxnSpMkLst>
            <pc:docMk/>
            <pc:sldMk cId="1202167338" sldId="2626"/>
            <ac:cxnSpMk id="4" creationId="{DEB73C3B-4A9A-2018-3390-BAC4613B8AC8}"/>
          </ac:cxnSpMkLst>
        </pc:cxnChg>
        <pc:cxnChg chg="add mod">
          <ac:chgData name="Rafael Fons Bibiloni" userId="4d7b75dc-c824-42b3-85ca-bda1b3aa712b" providerId="ADAL" clId="{187C5606-33CD-5B02-A4AD-185BB0900077}" dt="2025-12-04T08:56:31.657" v="10893" actId="14100"/>
          <ac:cxnSpMkLst>
            <pc:docMk/>
            <pc:sldMk cId="1202167338" sldId="2626"/>
            <ac:cxnSpMk id="5" creationId="{77A755AA-2D17-25A4-2D8E-7B4AFFF787CE}"/>
          </ac:cxnSpMkLst>
        </pc:cxnChg>
        <pc:cxnChg chg="add mod">
          <ac:chgData name="Rafael Fons Bibiloni" userId="4d7b75dc-c824-42b3-85ca-bda1b3aa712b" providerId="ADAL" clId="{187C5606-33CD-5B02-A4AD-185BB0900077}" dt="2025-12-04T08:56:26.715" v="10892" actId="14100"/>
          <ac:cxnSpMkLst>
            <pc:docMk/>
            <pc:sldMk cId="1202167338" sldId="2626"/>
            <ac:cxnSpMk id="36" creationId="{997496A2-B712-FE3F-190A-22C33DEE9F7F}"/>
          </ac:cxnSpMkLst>
        </pc:cxnChg>
      </pc:sldChg>
      <pc:sldChg chg="new del">
        <pc:chgData name="Rafael Fons Bibiloni" userId="4d7b75dc-c824-42b3-85ca-bda1b3aa712b" providerId="ADAL" clId="{187C5606-33CD-5B02-A4AD-185BB0900077}" dt="2025-12-03T18:29:02.189" v="6742" actId="680"/>
        <pc:sldMkLst>
          <pc:docMk/>
          <pc:sldMk cId="1998946797" sldId="2627"/>
        </pc:sldMkLst>
      </pc:sldChg>
      <pc:sldChg chg="addSp delSp modSp add mod delAnim modAnim">
        <pc:chgData name="Rafael Fons Bibiloni" userId="4d7b75dc-c824-42b3-85ca-bda1b3aa712b" providerId="ADAL" clId="{187C5606-33CD-5B02-A4AD-185BB0900077}" dt="2025-12-04T09:11:15.431" v="11083"/>
        <pc:sldMkLst>
          <pc:docMk/>
          <pc:sldMk cId="4173921663" sldId="2627"/>
        </pc:sldMkLst>
        <pc:spChg chg="add mod">
          <ac:chgData name="Rafael Fons Bibiloni" userId="4d7b75dc-c824-42b3-85ca-bda1b3aa712b" providerId="ADAL" clId="{187C5606-33CD-5B02-A4AD-185BB0900077}" dt="2025-12-03T19:24:25.385" v="7659" actId="1076"/>
          <ac:spMkLst>
            <pc:docMk/>
            <pc:sldMk cId="4173921663" sldId="2627"/>
            <ac:spMk id="4" creationId="{F68138D0-6B63-FDC6-F163-CD1A6CD9C3FD}"/>
          </ac:spMkLst>
        </pc:spChg>
        <pc:spChg chg="del">
          <ac:chgData name="Rafael Fons Bibiloni" userId="4d7b75dc-c824-42b3-85ca-bda1b3aa712b" providerId="ADAL" clId="{187C5606-33CD-5B02-A4AD-185BB0900077}" dt="2025-12-03T18:40:30.271" v="7013" actId="478"/>
          <ac:spMkLst>
            <pc:docMk/>
            <pc:sldMk cId="4173921663" sldId="2627"/>
            <ac:spMk id="6" creationId="{EEED6B34-B43D-692C-BE2E-51CD6FEF513A}"/>
          </ac:spMkLst>
        </pc:spChg>
        <pc:spChg chg="mod">
          <ac:chgData name="Rafael Fons Bibiloni" userId="4d7b75dc-c824-42b3-85ca-bda1b3aa712b" providerId="ADAL" clId="{187C5606-33CD-5B02-A4AD-185BB0900077}" dt="2025-12-03T20:54:37.938" v="8857"/>
          <ac:spMkLst>
            <pc:docMk/>
            <pc:sldMk cId="4173921663" sldId="2627"/>
            <ac:spMk id="7" creationId="{9BD21748-2566-07DA-8DEC-13ADD7ED3E7D}"/>
          </ac:spMkLst>
        </pc:spChg>
        <pc:spChg chg="mod">
          <ac:chgData name="Rafael Fons Bibiloni" userId="4d7b75dc-c824-42b3-85ca-bda1b3aa712b" providerId="ADAL" clId="{187C5606-33CD-5B02-A4AD-185BB0900077}" dt="2025-12-03T20:55:42.808" v="8925" actId="20577"/>
          <ac:spMkLst>
            <pc:docMk/>
            <pc:sldMk cId="4173921663" sldId="2627"/>
            <ac:spMk id="9" creationId="{DDFA1188-0793-DD9B-5C32-65E874B7EB40}"/>
          </ac:spMkLst>
        </pc:spChg>
        <pc:spChg chg="add del mod">
          <ac:chgData name="Rafael Fons Bibiloni" userId="4d7b75dc-c824-42b3-85ca-bda1b3aa712b" providerId="ADAL" clId="{187C5606-33CD-5B02-A4AD-185BB0900077}" dt="2025-12-03T19:11:04.501" v="7368" actId="478"/>
          <ac:spMkLst>
            <pc:docMk/>
            <pc:sldMk cId="4173921663" sldId="2627"/>
            <ac:spMk id="11" creationId="{00980A3F-B16E-FF0D-CD0C-D48A682A2EFF}"/>
          </ac:spMkLst>
        </pc:spChg>
        <pc:spChg chg="del">
          <ac:chgData name="Rafael Fons Bibiloni" userId="4d7b75dc-c824-42b3-85ca-bda1b3aa712b" providerId="ADAL" clId="{187C5606-33CD-5B02-A4AD-185BB0900077}" dt="2025-12-03T18:40:29.923" v="7012" actId="478"/>
          <ac:spMkLst>
            <pc:docMk/>
            <pc:sldMk cId="4173921663" sldId="2627"/>
            <ac:spMk id="13" creationId="{60038833-208B-605F-D6A6-A97734F86B14}"/>
          </ac:spMkLst>
        </pc:spChg>
        <pc:spChg chg="add del mod">
          <ac:chgData name="Rafael Fons Bibiloni" userId="4d7b75dc-c824-42b3-85ca-bda1b3aa712b" providerId="ADAL" clId="{187C5606-33CD-5B02-A4AD-185BB0900077}" dt="2025-12-03T19:11:03.886" v="7367" actId="478"/>
          <ac:spMkLst>
            <pc:docMk/>
            <pc:sldMk cId="4173921663" sldId="2627"/>
            <ac:spMk id="15" creationId="{D8C64268-DCB5-5952-B5A4-60F4054C9614}"/>
          </ac:spMkLst>
        </pc:spChg>
        <pc:spChg chg="del">
          <ac:chgData name="Rafael Fons Bibiloni" userId="4d7b75dc-c824-42b3-85ca-bda1b3aa712b" providerId="ADAL" clId="{187C5606-33CD-5B02-A4AD-185BB0900077}" dt="2025-12-03T18:40:27.137" v="7009" actId="478"/>
          <ac:spMkLst>
            <pc:docMk/>
            <pc:sldMk cId="4173921663" sldId="2627"/>
            <ac:spMk id="19" creationId="{62D89AC8-E596-B5A9-B97D-66243C17ACDB}"/>
          </ac:spMkLst>
        </pc:spChg>
        <pc:spChg chg="add del mod">
          <ac:chgData name="Rafael Fons Bibiloni" userId="4d7b75dc-c824-42b3-85ca-bda1b3aa712b" providerId="ADAL" clId="{187C5606-33CD-5B02-A4AD-185BB0900077}" dt="2025-12-03T19:11:04.851" v="7369" actId="478"/>
          <ac:spMkLst>
            <pc:docMk/>
            <pc:sldMk cId="4173921663" sldId="2627"/>
            <ac:spMk id="30" creationId="{C7D8219F-83C6-760B-EC25-F20ECC7ABB10}"/>
          </ac:spMkLst>
        </pc:spChg>
        <pc:spChg chg="add mod">
          <ac:chgData name="Rafael Fons Bibiloni" userId="4d7b75dc-c824-42b3-85ca-bda1b3aa712b" providerId="ADAL" clId="{187C5606-33CD-5B02-A4AD-185BB0900077}" dt="2025-12-04T09:10:18.226" v="11075" actId="1076"/>
          <ac:spMkLst>
            <pc:docMk/>
            <pc:sldMk cId="4173921663" sldId="2627"/>
            <ac:spMk id="34" creationId="{B2534439-551A-BA72-1BB7-FF2F6E02E881}"/>
          </ac:spMkLst>
        </pc:spChg>
        <pc:spChg chg="add mod">
          <ac:chgData name="Rafael Fons Bibiloni" userId="4d7b75dc-c824-42b3-85ca-bda1b3aa712b" providerId="ADAL" clId="{187C5606-33CD-5B02-A4AD-185BB0900077}" dt="2025-12-03T20:55:51.182" v="8926" actId="1076"/>
          <ac:spMkLst>
            <pc:docMk/>
            <pc:sldMk cId="4173921663" sldId="2627"/>
            <ac:spMk id="37" creationId="{F9C4B2EE-A304-6218-5915-8EDE0E0C507E}"/>
          </ac:spMkLst>
        </pc:spChg>
        <pc:spChg chg="add mod">
          <ac:chgData name="Rafael Fons Bibiloni" userId="4d7b75dc-c824-42b3-85ca-bda1b3aa712b" providerId="ADAL" clId="{187C5606-33CD-5B02-A4AD-185BB0900077}" dt="2025-12-03T19:25:00.262" v="7677" actId="1076"/>
          <ac:spMkLst>
            <pc:docMk/>
            <pc:sldMk cId="4173921663" sldId="2627"/>
            <ac:spMk id="38" creationId="{67773603-DF4B-606F-753A-EDF669253397}"/>
          </ac:spMkLst>
        </pc:spChg>
        <pc:spChg chg="add mod">
          <ac:chgData name="Rafael Fons Bibiloni" userId="4d7b75dc-c824-42b3-85ca-bda1b3aa712b" providerId="ADAL" clId="{187C5606-33CD-5B02-A4AD-185BB0900077}" dt="2025-12-03T19:25:03.813" v="7678" actId="1076"/>
          <ac:spMkLst>
            <pc:docMk/>
            <pc:sldMk cId="4173921663" sldId="2627"/>
            <ac:spMk id="39" creationId="{510E3FE8-2709-B2EF-8EA6-01C6BE6770F6}"/>
          </ac:spMkLst>
        </pc:spChg>
        <pc:picChg chg="del">
          <ac:chgData name="Rafael Fons Bibiloni" userId="4d7b75dc-c824-42b3-85ca-bda1b3aa712b" providerId="ADAL" clId="{187C5606-33CD-5B02-A4AD-185BB0900077}" dt="2025-12-03T18:29:09.883" v="6744" actId="478"/>
          <ac:picMkLst>
            <pc:docMk/>
            <pc:sldMk cId="4173921663" sldId="2627"/>
            <ac:picMk id="2" creationId="{E12BDCB2-AE15-5C1D-FC71-25A73CFE109C}"/>
          </ac:picMkLst>
        </pc:picChg>
        <pc:picChg chg="add del mod">
          <ac:chgData name="Rafael Fons Bibiloni" userId="4d7b75dc-c824-42b3-85ca-bda1b3aa712b" providerId="ADAL" clId="{187C5606-33CD-5B02-A4AD-185BB0900077}" dt="2025-12-03T19:01:13.026" v="7090" actId="478"/>
          <ac:picMkLst>
            <pc:docMk/>
            <pc:sldMk cId="4173921663" sldId="2627"/>
            <ac:picMk id="3" creationId="{36F8E08F-68C8-8B35-E43F-FEB77CFD10B9}"/>
          </ac:picMkLst>
        </pc:picChg>
        <pc:picChg chg="add del mod">
          <ac:chgData name="Rafael Fons Bibiloni" userId="4d7b75dc-c824-42b3-85ca-bda1b3aa712b" providerId="ADAL" clId="{187C5606-33CD-5B02-A4AD-185BB0900077}" dt="2025-12-03T18:57:12.611" v="7073"/>
          <ac:picMkLst>
            <pc:docMk/>
            <pc:sldMk cId="4173921663" sldId="2627"/>
            <ac:picMk id="5" creationId="{2CDA0E5D-7981-7FCE-3180-699B3C785D49}"/>
          </ac:picMkLst>
        </pc:picChg>
        <pc:picChg chg="add del mod">
          <ac:chgData name="Rafael Fons Bibiloni" userId="4d7b75dc-c824-42b3-85ca-bda1b3aa712b" providerId="ADAL" clId="{187C5606-33CD-5B02-A4AD-185BB0900077}" dt="2025-12-03T18:57:11.534" v="7071"/>
          <ac:picMkLst>
            <pc:docMk/>
            <pc:sldMk cId="4173921663" sldId="2627"/>
            <ac:picMk id="8" creationId="{F3ED0095-BE35-659A-03A3-624828063475}"/>
          </ac:picMkLst>
        </pc:picChg>
        <pc:picChg chg="add del mod">
          <ac:chgData name="Rafael Fons Bibiloni" userId="4d7b75dc-c824-42b3-85ca-bda1b3aa712b" providerId="ADAL" clId="{187C5606-33CD-5B02-A4AD-185BB0900077}" dt="2025-12-03T19:11:15.973" v="7375" actId="478"/>
          <ac:picMkLst>
            <pc:docMk/>
            <pc:sldMk cId="4173921663" sldId="2627"/>
            <ac:picMk id="17" creationId="{67A42B44-C3D8-5627-A320-B423C7DE85E1}"/>
          </ac:picMkLst>
        </pc:picChg>
        <pc:picChg chg="del">
          <ac:chgData name="Rafael Fons Bibiloni" userId="4d7b75dc-c824-42b3-85ca-bda1b3aa712b" providerId="ADAL" clId="{187C5606-33CD-5B02-A4AD-185BB0900077}" dt="2025-12-03T18:40:28.672" v="7011" actId="478"/>
          <ac:picMkLst>
            <pc:docMk/>
            <pc:sldMk cId="4173921663" sldId="2627"/>
            <ac:picMk id="21" creationId="{2553F343-5D09-D5F1-32AE-C2AD89B3A4FC}"/>
          </ac:picMkLst>
        </pc:picChg>
        <pc:picChg chg="del">
          <ac:chgData name="Rafael Fons Bibiloni" userId="4d7b75dc-c824-42b3-85ca-bda1b3aa712b" providerId="ADAL" clId="{187C5606-33CD-5B02-A4AD-185BB0900077}" dt="2025-12-03T18:40:27.990" v="7010" actId="478"/>
          <ac:picMkLst>
            <pc:docMk/>
            <pc:sldMk cId="4173921663" sldId="2627"/>
            <ac:picMk id="23" creationId="{14073A1A-ED75-FD08-016A-835DDB3C3138}"/>
          </ac:picMkLst>
        </pc:picChg>
        <pc:picChg chg="add del mod">
          <ac:chgData name="Rafael Fons Bibiloni" userId="4d7b75dc-c824-42b3-85ca-bda1b3aa712b" providerId="ADAL" clId="{187C5606-33CD-5B02-A4AD-185BB0900077}" dt="2025-12-03T19:11:02.767" v="7366" actId="478"/>
          <ac:picMkLst>
            <pc:docMk/>
            <pc:sldMk cId="4173921663" sldId="2627"/>
            <ac:picMk id="25" creationId="{DDEA0101-C469-8FB8-E884-B65D9A3574ED}"/>
          </ac:picMkLst>
        </pc:picChg>
        <pc:picChg chg="add del mod">
          <ac:chgData name="Rafael Fons Bibiloni" userId="4d7b75dc-c824-42b3-85ca-bda1b3aa712b" providerId="ADAL" clId="{187C5606-33CD-5B02-A4AD-185BB0900077}" dt="2025-12-03T19:11:25.910" v="7377" actId="478"/>
          <ac:picMkLst>
            <pc:docMk/>
            <pc:sldMk cId="4173921663" sldId="2627"/>
            <ac:picMk id="27" creationId="{B388174D-7D84-BD05-0E6C-9AA5085BB776}"/>
          </ac:picMkLst>
        </pc:picChg>
        <pc:picChg chg="add mod">
          <ac:chgData name="Rafael Fons Bibiloni" userId="4d7b75dc-c824-42b3-85ca-bda1b3aa712b" providerId="ADAL" clId="{187C5606-33CD-5B02-A4AD-185BB0900077}" dt="2025-12-03T19:24:25.385" v="7659" actId="1076"/>
          <ac:picMkLst>
            <pc:docMk/>
            <pc:sldMk cId="4173921663" sldId="2627"/>
            <ac:picMk id="28" creationId="{77799B4D-25BE-EBE2-BC56-86A32E4FAB5D}"/>
          </ac:picMkLst>
        </pc:picChg>
        <pc:picChg chg="add mod">
          <ac:chgData name="Rafael Fons Bibiloni" userId="4d7b75dc-c824-42b3-85ca-bda1b3aa712b" providerId="ADAL" clId="{187C5606-33CD-5B02-A4AD-185BB0900077}" dt="2025-12-03T19:24:53.309" v="7673" actId="1076"/>
          <ac:picMkLst>
            <pc:docMk/>
            <pc:sldMk cId="4173921663" sldId="2627"/>
            <ac:picMk id="31" creationId="{35FD14E1-1ED1-20CF-DF8D-0BEA99BD8D8B}"/>
          </ac:picMkLst>
        </pc:picChg>
        <pc:picChg chg="add mod modCrop">
          <ac:chgData name="Rafael Fons Bibiloni" userId="4d7b75dc-c824-42b3-85ca-bda1b3aa712b" providerId="ADAL" clId="{187C5606-33CD-5B02-A4AD-185BB0900077}" dt="2025-12-03T19:24:54.427" v="7674" actId="1076"/>
          <ac:picMkLst>
            <pc:docMk/>
            <pc:sldMk cId="4173921663" sldId="2627"/>
            <ac:picMk id="32" creationId="{C4E37CE9-08A0-553C-32C8-1C60FF3EF542}"/>
          </ac:picMkLst>
        </pc:picChg>
        <pc:picChg chg="add mod modCrop">
          <ac:chgData name="Rafael Fons Bibiloni" userId="4d7b75dc-c824-42b3-85ca-bda1b3aa712b" providerId="ADAL" clId="{187C5606-33CD-5B02-A4AD-185BB0900077}" dt="2025-12-03T19:13:08.286" v="7407" actId="732"/>
          <ac:picMkLst>
            <pc:docMk/>
            <pc:sldMk cId="4173921663" sldId="2627"/>
            <ac:picMk id="35" creationId="{8E7F3805-BD05-E654-90B8-21A5D0AF779D}"/>
          </ac:picMkLst>
        </pc:picChg>
      </pc:sldChg>
      <pc:sldChg chg="addSp delSp modSp add mod ord delAnim modAnim">
        <pc:chgData name="Rafael Fons Bibiloni" userId="4d7b75dc-c824-42b3-85ca-bda1b3aa712b" providerId="ADAL" clId="{187C5606-33CD-5B02-A4AD-185BB0900077}" dt="2025-12-04T09:19:47.378" v="11214"/>
        <pc:sldMkLst>
          <pc:docMk/>
          <pc:sldMk cId="2363452645" sldId="2628"/>
        </pc:sldMkLst>
        <pc:spChg chg="add del mod">
          <ac:chgData name="Rafael Fons Bibiloni" userId="4d7b75dc-c824-42b3-85ca-bda1b3aa712b" providerId="ADAL" clId="{187C5606-33CD-5B02-A4AD-185BB0900077}" dt="2025-12-04T09:12:17.860" v="11085" actId="478"/>
          <ac:spMkLst>
            <pc:docMk/>
            <pc:sldMk cId="2363452645" sldId="2628"/>
            <ac:spMk id="3" creationId="{4E2AA496-499B-6FCF-AC18-CCCFB4691F64}"/>
          </ac:spMkLst>
        </pc:spChg>
        <pc:spChg chg="mod">
          <ac:chgData name="Rafael Fons Bibiloni" userId="4d7b75dc-c824-42b3-85ca-bda1b3aa712b" providerId="ADAL" clId="{187C5606-33CD-5B02-A4AD-185BB0900077}" dt="2025-12-03T19:54:31.599" v="8133" actId="1076"/>
          <ac:spMkLst>
            <pc:docMk/>
            <pc:sldMk cId="2363452645" sldId="2628"/>
            <ac:spMk id="4" creationId="{A29C130E-28DD-D27E-6C87-ADC70CE46FCD}"/>
          </ac:spMkLst>
        </pc:spChg>
        <pc:spChg chg="add del mod">
          <ac:chgData name="Rafael Fons Bibiloni" userId="4d7b75dc-c824-42b3-85ca-bda1b3aa712b" providerId="ADAL" clId="{187C5606-33CD-5B02-A4AD-185BB0900077}" dt="2025-12-03T20:51:20.750" v="8797" actId="478"/>
          <ac:spMkLst>
            <pc:docMk/>
            <pc:sldMk cId="2363452645" sldId="2628"/>
            <ac:spMk id="5" creationId="{832BA041-AC42-55F2-1878-355A8B6CA7BB}"/>
          </ac:spMkLst>
        </pc:spChg>
        <pc:spChg chg="add mod">
          <ac:chgData name="Rafael Fons Bibiloni" userId="4d7b75dc-c824-42b3-85ca-bda1b3aa712b" providerId="ADAL" clId="{187C5606-33CD-5B02-A4AD-185BB0900077}" dt="2025-12-04T09:12:35.643" v="11092" actId="1076"/>
          <ac:spMkLst>
            <pc:docMk/>
            <pc:sldMk cId="2363452645" sldId="2628"/>
            <ac:spMk id="5" creationId="{AD3F7AE0-4EE3-AB8F-2667-2DDA5CDD0586}"/>
          </ac:spMkLst>
        </pc:spChg>
        <pc:spChg chg="mod">
          <ac:chgData name="Rafael Fons Bibiloni" userId="4d7b75dc-c824-42b3-85ca-bda1b3aa712b" providerId="ADAL" clId="{187C5606-33CD-5B02-A4AD-185BB0900077}" dt="2025-12-03T19:55:06.099" v="8200"/>
          <ac:spMkLst>
            <pc:docMk/>
            <pc:sldMk cId="2363452645" sldId="2628"/>
            <ac:spMk id="7" creationId="{5017C9BC-F0FD-1D23-AADA-A610C65801E2}"/>
          </ac:spMkLst>
        </pc:spChg>
        <pc:spChg chg="add mod">
          <ac:chgData name="Rafael Fons Bibiloni" userId="4d7b75dc-c824-42b3-85ca-bda1b3aa712b" providerId="ADAL" clId="{187C5606-33CD-5B02-A4AD-185BB0900077}" dt="2025-12-04T09:15:51.277" v="11117" actId="1076"/>
          <ac:spMkLst>
            <pc:docMk/>
            <pc:sldMk cId="2363452645" sldId="2628"/>
            <ac:spMk id="8" creationId="{BF427D2E-4284-699F-95B8-AAEF6558722E}"/>
          </ac:spMkLst>
        </pc:spChg>
        <pc:spChg chg="mod">
          <ac:chgData name="Rafael Fons Bibiloni" userId="4d7b75dc-c824-42b3-85ca-bda1b3aa712b" providerId="ADAL" clId="{187C5606-33CD-5B02-A4AD-185BB0900077}" dt="2025-12-04T09:12:28.838" v="11090" actId="14100"/>
          <ac:spMkLst>
            <pc:docMk/>
            <pc:sldMk cId="2363452645" sldId="2628"/>
            <ac:spMk id="9" creationId="{A4F1513F-CA04-1385-F7C3-D1F89B059D29}"/>
          </ac:spMkLst>
        </pc:spChg>
        <pc:spChg chg="del mod">
          <ac:chgData name="Rafael Fons Bibiloni" userId="4d7b75dc-c824-42b3-85ca-bda1b3aa712b" providerId="ADAL" clId="{187C5606-33CD-5B02-A4AD-185BB0900077}" dt="2025-12-03T19:54:06.917" v="8124" actId="478"/>
          <ac:spMkLst>
            <pc:docMk/>
            <pc:sldMk cId="2363452645" sldId="2628"/>
            <ac:spMk id="11" creationId="{7D351E15-AA5D-17AD-E0BC-C8DC88746AD3}"/>
          </ac:spMkLst>
        </pc:spChg>
        <pc:spChg chg="del mod">
          <ac:chgData name="Rafael Fons Bibiloni" userId="4d7b75dc-c824-42b3-85ca-bda1b3aa712b" providerId="ADAL" clId="{187C5606-33CD-5B02-A4AD-185BB0900077}" dt="2025-12-03T19:54:07.662" v="8125" actId="478"/>
          <ac:spMkLst>
            <pc:docMk/>
            <pc:sldMk cId="2363452645" sldId="2628"/>
            <ac:spMk id="15" creationId="{E29A850B-CD7F-4B0B-092A-4FD786CB0004}"/>
          </ac:spMkLst>
        </pc:spChg>
        <pc:spChg chg="del mod">
          <ac:chgData name="Rafael Fons Bibiloni" userId="4d7b75dc-c824-42b3-85ca-bda1b3aa712b" providerId="ADAL" clId="{187C5606-33CD-5B02-A4AD-185BB0900077}" dt="2025-12-03T19:14:13.520" v="7490"/>
          <ac:spMkLst>
            <pc:docMk/>
            <pc:sldMk cId="2363452645" sldId="2628"/>
            <ac:spMk id="30" creationId="{85DA56E8-CB6E-A66A-2C48-1202137C3A98}"/>
          </ac:spMkLst>
        </pc:spChg>
        <pc:spChg chg="del mod">
          <ac:chgData name="Rafael Fons Bibiloni" userId="4d7b75dc-c824-42b3-85ca-bda1b3aa712b" providerId="ADAL" clId="{187C5606-33CD-5B02-A4AD-185BB0900077}" dt="2025-12-03T19:13:52.821" v="7472" actId="478"/>
          <ac:spMkLst>
            <pc:docMk/>
            <pc:sldMk cId="2363452645" sldId="2628"/>
            <ac:spMk id="34" creationId="{B3F6C658-59E3-443B-9DC9-BB957E86515F}"/>
          </ac:spMkLst>
        </pc:spChg>
        <pc:picChg chg="add mod">
          <ac:chgData name="Rafael Fons Bibiloni" userId="4d7b75dc-c824-42b3-85ca-bda1b3aa712b" providerId="ADAL" clId="{187C5606-33CD-5B02-A4AD-185BB0900077}" dt="2025-12-03T19:58:09.439" v="8227" actId="1076"/>
          <ac:picMkLst>
            <pc:docMk/>
            <pc:sldMk cId="2363452645" sldId="2628"/>
            <ac:picMk id="2" creationId="{54AFA308-B384-5F0B-EE4D-CBE619C2E30E}"/>
          </ac:picMkLst>
        </pc:picChg>
        <pc:picChg chg="add del mod">
          <ac:chgData name="Rafael Fons Bibiloni" userId="4d7b75dc-c824-42b3-85ca-bda1b3aa712b" providerId="ADAL" clId="{187C5606-33CD-5B02-A4AD-185BB0900077}" dt="2025-12-03T19:57:42.731" v="8220" actId="478"/>
          <ac:picMkLst>
            <pc:docMk/>
            <pc:sldMk cId="2363452645" sldId="2628"/>
            <ac:picMk id="3" creationId="{74D57A55-B6B3-704D-4BFE-3D44167639D9}"/>
          </ac:picMkLst>
        </pc:picChg>
        <pc:picChg chg="add del mod modCrop">
          <ac:chgData name="Rafael Fons Bibiloni" userId="4d7b75dc-c824-42b3-85ca-bda1b3aa712b" providerId="ADAL" clId="{187C5606-33CD-5B02-A4AD-185BB0900077}" dt="2025-12-04T09:19:33.832" v="11210" actId="478"/>
          <ac:picMkLst>
            <pc:docMk/>
            <pc:sldMk cId="2363452645" sldId="2628"/>
            <ac:picMk id="6" creationId="{132F72EE-E0F7-9AD2-7EAF-E41377413F5B}"/>
          </ac:picMkLst>
        </pc:picChg>
        <pc:picChg chg="add del mod modCrop">
          <ac:chgData name="Rafael Fons Bibiloni" userId="4d7b75dc-c824-42b3-85ca-bda1b3aa712b" providerId="ADAL" clId="{187C5606-33CD-5B02-A4AD-185BB0900077}" dt="2025-12-03T20:49:00.183" v="8562" actId="478"/>
          <ac:picMkLst>
            <pc:docMk/>
            <pc:sldMk cId="2363452645" sldId="2628"/>
            <ac:picMk id="6" creationId="{B6DE6F5A-F3E3-AB0A-BA69-1B110F6EC794}"/>
          </ac:picMkLst>
        </pc:picChg>
        <pc:picChg chg="add mod">
          <ac:chgData name="Rafael Fons Bibiloni" userId="4d7b75dc-c824-42b3-85ca-bda1b3aa712b" providerId="ADAL" clId="{187C5606-33CD-5B02-A4AD-185BB0900077}" dt="2025-12-04T09:19:36.619" v="11212" actId="1076"/>
          <ac:picMkLst>
            <pc:docMk/>
            <pc:sldMk cId="2363452645" sldId="2628"/>
            <ac:picMk id="11" creationId="{161661A1-9A50-FC9F-4701-CC1A256C44A9}"/>
          </ac:picMkLst>
        </pc:picChg>
        <pc:picChg chg="del mod">
          <ac:chgData name="Rafael Fons Bibiloni" userId="4d7b75dc-c824-42b3-85ca-bda1b3aa712b" providerId="ADAL" clId="{187C5606-33CD-5B02-A4AD-185BB0900077}" dt="2025-12-03T19:54:03.499" v="8122" actId="478"/>
          <ac:picMkLst>
            <pc:docMk/>
            <pc:sldMk cId="2363452645" sldId="2628"/>
            <ac:picMk id="17" creationId="{7611050C-FB62-7592-49EC-8FE4CA60E93F}"/>
          </ac:picMkLst>
        </pc:picChg>
        <pc:picChg chg="del mod">
          <ac:chgData name="Rafael Fons Bibiloni" userId="4d7b75dc-c824-42b3-85ca-bda1b3aa712b" providerId="ADAL" clId="{187C5606-33CD-5B02-A4AD-185BB0900077}" dt="2025-12-03T19:40:55.939" v="7853" actId="478"/>
          <ac:picMkLst>
            <pc:docMk/>
            <pc:sldMk cId="2363452645" sldId="2628"/>
            <ac:picMk id="25" creationId="{058A73CD-FB50-5A9D-E705-1BC6B4DCBDF5}"/>
          </ac:picMkLst>
        </pc:picChg>
        <pc:picChg chg="del">
          <ac:chgData name="Rafael Fons Bibiloni" userId="4d7b75dc-c824-42b3-85ca-bda1b3aa712b" providerId="ADAL" clId="{187C5606-33CD-5B02-A4AD-185BB0900077}" dt="2025-12-03T19:13:46.871" v="7470" actId="478"/>
          <ac:picMkLst>
            <pc:docMk/>
            <pc:sldMk cId="2363452645" sldId="2628"/>
            <ac:picMk id="27" creationId="{6A67777D-0884-59D3-E7A7-00C9B513D01F}"/>
          </ac:picMkLst>
        </pc:picChg>
        <pc:picChg chg="del">
          <ac:chgData name="Rafael Fons Bibiloni" userId="4d7b75dc-c824-42b3-85ca-bda1b3aa712b" providerId="ADAL" clId="{187C5606-33CD-5B02-A4AD-185BB0900077}" dt="2025-12-03T19:14:05.035" v="7486" actId="478"/>
          <ac:picMkLst>
            <pc:docMk/>
            <pc:sldMk cId="2363452645" sldId="2628"/>
            <ac:picMk id="28" creationId="{46B01724-79C4-9294-0873-4EA2FE26A3C1}"/>
          </ac:picMkLst>
        </pc:picChg>
        <pc:picChg chg="del">
          <ac:chgData name="Rafael Fons Bibiloni" userId="4d7b75dc-c824-42b3-85ca-bda1b3aa712b" providerId="ADAL" clId="{187C5606-33CD-5B02-A4AD-185BB0900077}" dt="2025-12-03T19:14:04.551" v="7485" actId="478"/>
          <ac:picMkLst>
            <pc:docMk/>
            <pc:sldMk cId="2363452645" sldId="2628"/>
            <ac:picMk id="31" creationId="{1D74B501-4CE9-91B4-A987-2639455C06E4}"/>
          </ac:picMkLst>
        </pc:picChg>
        <pc:picChg chg="del">
          <ac:chgData name="Rafael Fons Bibiloni" userId="4d7b75dc-c824-42b3-85ca-bda1b3aa712b" providerId="ADAL" clId="{187C5606-33CD-5B02-A4AD-185BB0900077}" dt="2025-12-03T19:14:04.216" v="7484" actId="478"/>
          <ac:picMkLst>
            <pc:docMk/>
            <pc:sldMk cId="2363452645" sldId="2628"/>
            <ac:picMk id="32" creationId="{AC655343-7B31-ABAA-B855-63241619814B}"/>
          </ac:picMkLst>
        </pc:picChg>
      </pc:sldChg>
      <pc:sldChg chg="addSp delSp modSp add mod modAnim">
        <pc:chgData name="Rafael Fons Bibiloni" userId="4d7b75dc-c824-42b3-85ca-bda1b3aa712b" providerId="ADAL" clId="{187C5606-33CD-5B02-A4AD-185BB0900077}" dt="2025-12-04T09:14:41.904" v="11111"/>
        <pc:sldMkLst>
          <pc:docMk/>
          <pc:sldMk cId="1856122554" sldId="2629"/>
        </pc:sldMkLst>
        <pc:spChg chg="add mod">
          <ac:chgData name="Rafael Fons Bibiloni" userId="4d7b75dc-c824-42b3-85ca-bda1b3aa712b" providerId="ADAL" clId="{187C5606-33CD-5B02-A4AD-185BB0900077}" dt="2025-12-04T09:14:06.007" v="11106" actId="1076"/>
          <ac:spMkLst>
            <pc:docMk/>
            <pc:sldMk cId="1856122554" sldId="2629"/>
            <ac:spMk id="2" creationId="{EEB8612F-4E0D-720C-28B3-EB657FB1CD54}"/>
          </ac:spMkLst>
        </pc:spChg>
        <pc:spChg chg="mod">
          <ac:chgData name="Rafael Fons Bibiloni" userId="4d7b75dc-c824-42b3-85ca-bda1b3aa712b" providerId="ADAL" clId="{187C5606-33CD-5B02-A4AD-185BB0900077}" dt="2025-12-03T19:55:03.736" v="8199"/>
          <ac:spMkLst>
            <pc:docMk/>
            <pc:sldMk cId="1856122554" sldId="2629"/>
            <ac:spMk id="7" creationId="{C3FF5532-829C-9D22-E9CB-EF0F09406C89}"/>
          </ac:spMkLst>
        </pc:spChg>
        <pc:spChg chg="mod">
          <ac:chgData name="Rafael Fons Bibiloni" userId="4d7b75dc-c824-42b3-85ca-bda1b3aa712b" providerId="ADAL" clId="{187C5606-33CD-5B02-A4AD-185BB0900077}" dt="2025-12-04T09:13:52.922" v="11102" actId="14100"/>
          <ac:spMkLst>
            <pc:docMk/>
            <pc:sldMk cId="1856122554" sldId="2629"/>
            <ac:spMk id="9" creationId="{75F1D4D3-1C40-10B7-B211-70107AC7DC94}"/>
          </ac:spMkLst>
        </pc:spChg>
        <pc:picChg chg="add del mod">
          <ac:chgData name="Rafael Fons Bibiloni" userId="4d7b75dc-c824-42b3-85ca-bda1b3aa712b" providerId="ADAL" clId="{187C5606-33CD-5B02-A4AD-185BB0900077}" dt="2025-12-03T19:56:27.491" v="8217" actId="478"/>
          <ac:picMkLst>
            <pc:docMk/>
            <pc:sldMk cId="1856122554" sldId="2629"/>
            <ac:picMk id="2" creationId="{C2F1326B-5697-E91B-CD01-4B0FB2E7BA09}"/>
          </ac:picMkLst>
        </pc:picChg>
        <pc:picChg chg="add mod">
          <ac:chgData name="Rafael Fons Bibiloni" userId="4d7b75dc-c824-42b3-85ca-bda1b3aa712b" providerId="ADAL" clId="{187C5606-33CD-5B02-A4AD-185BB0900077}" dt="2025-12-03T20:54:18.733" v="8856" actId="1076"/>
          <ac:picMkLst>
            <pc:docMk/>
            <pc:sldMk cId="1856122554" sldId="2629"/>
            <ac:picMk id="3" creationId="{F109511D-A86F-C20D-7AFF-8C0984EA949D}"/>
          </ac:picMkLst>
        </pc:picChg>
      </pc:sldChg>
      <pc:sldChg chg="addSp delSp modSp add mod modAnim">
        <pc:chgData name="Rafael Fons Bibiloni" userId="4d7b75dc-c824-42b3-85ca-bda1b3aa712b" providerId="ADAL" clId="{187C5606-33CD-5B02-A4AD-185BB0900077}" dt="2025-12-04T09:17:50.911" v="11127"/>
        <pc:sldMkLst>
          <pc:docMk/>
          <pc:sldMk cId="1716827851" sldId="2630"/>
        </pc:sldMkLst>
        <pc:spChg chg="del">
          <ac:chgData name="Rafael Fons Bibiloni" userId="4d7b75dc-c824-42b3-85ca-bda1b3aa712b" providerId="ADAL" clId="{187C5606-33CD-5B02-A4AD-185BB0900077}" dt="2025-12-03T19:59:26.844" v="8285" actId="478"/>
          <ac:spMkLst>
            <pc:docMk/>
            <pc:sldMk cId="1716827851" sldId="2630"/>
            <ac:spMk id="4" creationId="{47EB705B-7D4C-37DF-C4C4-9DF397C4C519}"/>
          </ac:spMkLst>
        </pc:spChg>
        <pc:spChg chg="del">
          <ac:chgData name="Rafael Fons Bibiloni" userId="4d7b75dc-c824-42b3-85ca-bda1b3aa712b" providerId="ADAL" clId="{187C5606-33CD-5B02-A4AD-185BB0900077}" dt="2025-12-03T19:59:25.862" v="8283" actId="478"/>
          <ac:spMkLst>
            <pc:docMk/>
            <pc:sldMk cId="1716827851" sldId="2630"/>
            <ac:spMk id="5" creationId="{6286BEDC-7C6C-AB49-EEB6-32DDF0AE7B53}"/>
          </ac:spMkLst>
        </pc:spChg>
        <pc:spChg chg="add mod">
          <ac:chgData name="Rafael Fons Bibiloni" userId="4d7b75dc-c824-42b3-85ca-bda1b3aa712b" providerId="ADAL" clId="{187C5606-33CD-5B02-A4AD-185BB0900077}" dt="2025-12-03T22:33:54.651" v="10351" actId="1076"/>
          <ac:spMkLst>
            <pc:docMk/>
            <pc:sldMk cId="1716827851" sldId="2630"/>
            <ac:spMk id="8" creationId="{CA55DF27-E477-8A82-D14F-160A92A9CD6E}"/>
          </ac:spMkLst>
        </pc:spChg>
        <pc:spChg chg="mod">
          <ac:chgData name="Rafael Fons Bibiloni" userId="4d7b75dc-c824-42b3-85ca-bda1b3aa712b" providerId="ADAL" clId="{187C5606-33CD-5B02-A4AD-185BB0900077}" dt="2025-12-03T22:33:52.215" v="10350" actId="14100"/>
          <ac:spMkLst>
            <pc:docMk/>
            <pc:sldMk cId="1716827851" sldId="2630"/>
            <ac:spMk id="9" creationId="{8ADF9CB4-902B-822F-9CA1-6A03ECAE062A}"/>
          </ac:spMkLst>
        </pc:spChg>
        <pc:picChg chg="del">
          <ac:chgData name="Rafael Fons Bibiloni" userId="4d7b75dc-c824-42b3-85ca-bda1b3aa712b" providerId="ADAL" clId="{187C5606-33CD-5B02-A4AD-185BB0900077}" dt="2025-12-03T19:59:26.429" v="8284" actId="478"/>
          <ac:picMkLst>
            <pc:docMk/>
            <pc:sldMk cId="1716827851" sldId="2630"/>
            <ac:picMk id="2" creationId="{6CED9CA4-2B48-778C-8561-280400ED4441}"/>
          </ac:picMkLst>
        </pc:picChg>
        <pc:picChg chg="add mod">
          <ac:chgData name="Rafael Fons Bibiloni" userId="4d7b75dc-c824-42b3-85ca-bda1b3aa712b" providerId="ADAL" clId="{187C5606-33CD-5B02-A4AD-185BB0900077}" dt="2025-12-03T20:44:56.578" v="8466" actId="14100"/>
          <ac:picMkLst>
            <pc:docMk/>
            <pc:sldMk cId="1716827851" sldId="2630"/>
            <ac:picMk id="3" creationId="{C6754A69-A7C6-323D-D484-EE6D6EC56533}"/>
          </ac:picMkLst>
        </pc:picChg>
        <pc:picChg chg="del">
          <ac:chgData name="Rafael Fons Bibiloni" userId="4d7b75dc-c824-42b3-85ca-bda1b3aa712b" providerId="ADAL" clId="{187C5606-33CD-5B02-A4AD-185BB0900077}" dt="2025-12-03T19:58:50.395" v="8281" actId="478"/>
          <ac:picMkLst>
            <pc:docMk/>
            <pc:sldMk cId="1716827851" sldId="2630"/>
            <ac:picMk id="6" creationId="{43D63974-8248-C618-CD44-25FA6627EAC3}"/>
          </ac:picMkLst>
        </pc:picChg>
        <pc:picChg chg="add mod">
          <ac:chgData name="Rafael Fons Bibiloni" userId="4d7b75dc-c824-42b3-85ca-bda1b3aa712b" providerId="ADAL" clId="{187C5606-33CD-5B02-A4AD-185BB0900077}" dt="2025-12-03T20:05:52.062" v="8463" actId="1076"/>
          <ac:picMkLst>
            <pc:docMk/>
            <pc:sldMk cId="1716827851" sldId="2630"/>
            <ac:picMk id="11" creationId="{D6B40F4E-9B18-96A8-EC87-B1BDFCD69A6B}"/>
          </ac:picMkLst>
        </pc:picChg>
      </pc:sldChg>
      <pc:sldChg chg="addSp delSp modSp add mod delAnim modAnim">
        <pc:chgData name="Rafael Fons Bibiloni" userId="4d7b75dc-c824-42b3-85ca-bda1b3aa712b" providerId="ADAL" clId="{187C5606-33CD-5B02-A4AD-185BB0900077}" dt="2025-12-03T22:40:11.767" v="10489" actId="1038"/>
        <pc:sldMkLst>
          <pc:docMk/>
          <pc:sldMk cId="1541066330" sldId="2631"/>
        </pc:sldMkLst>
        <pc:spChg chg="mod">
          <ac:chgData name="Rafael Fons Bibiloni" userId="4d7b75dc-c824-42b3-85ca-bda1b3aa712b" providerId="ADAL" clId="{187C5606-33CD-5B02-A4AD-185BB0900077}" dt="2025-12-03T21:45:09.442" v="9054" actId="20577"/>
          <ac:spMkLst>
            <pc:docMk/>
            <pc:sldMk cId="1541066330" sldId="2631"/>
            <ac:spMk id="7" creationId="{3125817B-A86C-EDA0-D3D8-8C3DA776B842}"/>
          </ac:spMkLst>
        </pc:spChg>
        <pc:spChg chg="del mod">
          <ac:chgData name="Rafael Fons Bibiloni" userId="4d7b75dc-c824-42b3-85ca-bda1b3aa712b" providerId="ADAL" clId="{187C5606-33CD-5B02-A4AD-185BB0900077}" dt="2025-12-03T21:38:37.352" v="8946" actId="478"/>
          <ac:spMkLst>
            <pc:docMk/>
            <pc:sldMk cId="1541066330" sldId="2631"/>
            <ac:spMk id="8" creationId="{C26D147C-F072-0928-EDF0-8A03D043A3EE}"/>
          </ac:spMkLst>
        </pc:spChg>
        <pc:spChg chg="del mod">
          <ac:chgData name="Rafael Fons Bibiloni" userId="4d7b75dc-c824-42b3-85ca-bda1b3aa712b" providerId="ADAL" clId="{187C5606-33CD-5B02-A4AD-185BB0900077}" dt="2025-12-03T21:38:35.538" v="8945" actId="478"/>
          <ac:spMkLst>
            <pc:docMk/>
            <pc:sldMk cId="1541066330" sldId="2631"/>
            <ac:spMk id="9" creationId="{4A1E6AC8-1344-99EA-6192-13A5E90A4F36}"/>
          </ac:spMkLst>
        </pc:spChg>
        <pc:grpChg chg="add del mod">
          <ac:chgData name="Rafael Fons Bibiloni" userId="4d7b75dc-c824-42b3-85ca-bda1b3aa712b" providerId="ADAL" clId="{187C5606-33CD-5B02-A4AD-185BB0900077}" dt="2025-12-03T22:39:39.479" v="10477" actId="478"/>
          <ac:grpSpMkLst>
            <pc:docMk/>
            <pc:sldMk cId="1541066330" sldId="2631"/>
            <ac:grpSpMk id="2" creationId="{0315D8F7-CBEB-35DA-6FF0-D5E49F5F1D03}"/>
          </ac:grpSpMkLst>
        </pc:grpChg>
        <pc:grpChg chg="add mod">
          <ac:chgData name="Rafael Fons Bibiloni" userId="4d7b75dc-c824-42b3-85ca-bda1b3aa712b" providerId="ADAL" clId="{187C5606-33CD-5B02-A4AD-185BB0900077}" dt="2025-12-03T22:39:53.268" v="10479" actId="1076"/>
          <ac:grpSpMkLst>
            <pc:docMk/>
            <pc:sldMk cId="1541066330" sldId="2631"/>
            <ac:grpSpMk id="8" creationId="{2ECE2230-EEA4-81A3-F924-0FAD818F2DFE}"/>
          </ac:grpSpMkLst>
        </pc:grpChg>
        <pc:grpChg chg="add">
          <ac:chgData name="Rafael Fons Bibiloni" userId="4d7b75dc-c824-42b3-85ca-bda1b3aa712b" providerId="ADAL" clId="{187C5606-33CD-5B02-A4AD-185BB0900077}" dt="2025-12-03T21:43:13.789" v="9006" actId="164"/>
          <ac:grpSpMkLst>
            <pc:docMk/>
            <pc:sldMk cId="1541066330" sldId="2631"/>
            <ac:grpSpMk id="29" creationId="{3DAADDB9-1EBA-DEF3-230D-53489224C5DD}"/>
          </ac:grpSpMkLst>
        </pc:grpChg>
        <pc:grpChg chg="add mod">
          <ac:chgData name="Rafael Fons Bibiloni" userId="4d7b75dc-c824-42b3-85ca-bda1b3aa712b" providerId="ADAL" clId="{187C5606-33CD-5B02-A4AD-185BB0900077}" dt="2025-12-03T21:43:29.933" v="9008" actId="1076"/>
          <ac:grpSpMkLst>
            <pc:docMk/>
            <pc:sldMk cId="1541066330" sldId="2631"/>
            <ac:grpSpMk id="30" creationId="{088D0C88-937F-85A1-0337-B39C7BA082C3}"/>
          </ac:grpSpMkLst>
        </pc:grpChg>
        <pc:grpChg chg="add mod">
          <ac:chgData name="Rafael Fons Bibiloni" userId="4d7b75dc-c824-42b3-85ca-bda1b3aa712b" providerId="ADAL" clId="{187C5606-33CD-5B02-A4AD-185BB0900077}" dt="2025-12-03T21:44:11.068" v="9019" actId="1076"/>
          <ac:grpSpMkLst>
            <pc:docMk/>
            <pc:sldMk cId="1541066330" sldId="2631"/>
            <ac:grpSpMk id="34" creationId="{2E785884-E885-A3D2-1EA4-C520AD77AFFB}"/>
          </ac:grpSpMkLst>
        </pc:grpChg>
        <pc:grpChg chg="add mod">
          <ac:chgData name="Rafael Fons Bibiloni" userId="4d7b75dc-c824-42b3-85ca-bda1b3aa712b" providerId="ADAL" clId="{187C5606-33CD-5B02-A4AD-185BB0900077}" dt="2025-12-03T21:44:23.980" v="9039" actId="1035"/>
          <ac:grpSpMkLst>
            <pc:docMk/>
            <pc:sldMk cId="1541066330" sldId="2631"/>
            <ac:grpSpMk id="38" creationId="{45773052-7AD4-B75D-3FE5-3B1268FFD392}"/>
          </ac:grpSpMkLst>
        </pc:grpChg>
        <pc:picChg chg="add mod">
          <ac:chgData name="Rafael Fons Bibiloni" userId="4d7b75dc-c824-42b3-85ca-bda1b3aa712b" providerId="ADAL" clId="{187C5606-33CD-5B02-A4AD-185BB0900077}" dt="2025-12-03T20:46:29.291" v="8500" actId="1076"/>
          <ac:picMkLst>
            <pc:docMk/>
            <pc:sldMk cId="1541066330" sldId="2631"/>
            <ac:picMk id="2" creationId="{BF532B90-689D-787F-9F37-29D51B8DADBC}"/>
          </ac:picMkLst>
        </pc:picChg>
        <pc:picChg chg="del mod modCrop">
          <ac:chgData name="Rafael Fons Bibiloni" userId="4d7b75dc-c824-42b3-85ca-bda1b3aa712b" providerId="ADAL" clId="{187C5606-33CD-5B02-A4AD-185BB0900077}" dt="2025-12-03T20:52:27.584" v="8852" actId="478"/>
          <ac:picMkLst>
            <pc:docMk/>
            <pc:sldMk cId="1541066330" sldId="2631"/>
            <ac:picMk id="3" creationId="{80DE609C-5F2D-729F-10C5-56DF548D04E5}"/>
          </ac:picMkLst>
        </pc:picChg>
        <pc:picChg chg="add del mod">
          <ac:chgData name="Rafael Fons Bibiloni" userId="4d7b75dc-c824-42b3-85ca-bda1b3aa712b" providerId="ADAL" clId="{187C5606-33CD-5B02-A4AD-185BB0900077}" dt="2025-12-03T21:22:02.982" v="8944" actId="478"/>
          <ac:picMkLst>
            <pc:docMk/>
            <pc:sldMk cId="1541066330" sldId="2631"/>
            <ac:picMk id="4" creationId="{684CC572-FB32-11C7-535A-D3C89CB2B1C4}"/>
          </ac:picMkLst>
        </pc:picChg>
        <pc:picChg chg="add del mod">
          <ac:chgData name="Rafael Fons Bibiloni" userId="4d7b75dc-c824-42b3-85ca-bda1b3aa712b" providerId="ADAL" clId="{187C5606-33CD-5B02-A4AD-185BB0900077}" dt="2025-12-03T21:39:18.695" v="8952" actId="478"/>
          <ac:picMkLst>
            <pc:docMk/>
            <pc:sldMk cId="1541066330" sldId="2631"/>
            <ac:picMk id="5" creationId="{94E41DD0-EF70-F883-2AAC-D25610E8E638}"/>
          </ac:picMkLst>
        </pc:picChg>
        <pc:picChg chg="add mod">
          <ac:chgData name="Rafael Fons Bibiloni" userId="4d7b75dc-c824-42b3-85ca-bda1b3aa712b" providerId="ADAL" clId="{187C5606-33CD-5B02-A4AD-185BB0900077}" dt="2025-12-03T21:40:24.939" v="8960" actId="14100"/>
          <ac:picMkLst>
            <pc:docMk/>
            <pc:sldMk cId="1541066330" sldId="2631"/>
            <ac:picMk id="6" creationId="{991478B5-7F3C-1AA9-C18C-5BF6EB95E31A}"/>
          </ac:picMkLst>
        </pc:picChg>
        <pc:picChg chg="del mod">
          <ac:chgData name="Rafael Fons Bibiloni" userId="4d7b75dc-c824-42b3-85ca-bda1b3aa712b" providerId="ADAL" clId="{187C5606-33CD-5B02-A4AD-185BB0900077}" dt="2025-12-03T20:52:29.500" v="8853" actId="478"/>
          <ac:picMkLst>
            <pc:docMk/>
            <pc:sldMk cId="1541066330" sldId="2631"/>
            <ac:picMk id="11" creationId="{BA799DC4-87E8-DAF2-6D38-E74812C8EA82}"/>
          </ac:picMkLst>
        </pc:picChg>
        <pc:picChg chg="add mod">
          <ac:chgData name="Rafael Fons Bibiloni" userId="4d7b75dc-c824-42b3-85ca-bda1b3aa712b" providerId="ADAL" clId="{187C5606-33CD-5B02-A4AD-185BB0900077}" dt="2025-12-03T21:40:28.209" v="8962" actId="14100"/>
          <ac:picMkLst>
            <pc:docMk/>
            <pc:sldMk cId="1541066330" sldId="2631"/>
            <ac:picMk id="13" creationId="{3CF97144-44C5-9124-AD24-34C3EC954FDC}"/>
          </ac:picMkLst>
        </pc:picChg>
        <pc:picChg chg="add mod">
          <ac:chgData name="Rafael Fons Bibiloni" userId="4d7b75dc-c824-42b3-85ca-bda1b3aa712b" providerId="ADAL" clId="{187C5606-33CD-5B02-A4AD-185BB0900077}" dt="2025-12-03T21:41:18.996" v="8974" actId="14100"/>
          <ac:picMkLst>
            <pc:docMk/>
            <pc:sldMk cId="1541066330" sldId="2631"/>
            <ac:picMk id="19" creationId="{6FAA7A6F-C55C-3212-83DA-3F850D286ECB}"/>
          </ac:picMkLst>
        </pc:picChg>
        <pc:picChg chg="add mod">
          <ac:chgData name="Rafael Fons Bibiloni" userId="4d7b75dc-c824-42b3-85ca-bda1b3aa712b" providerId="ADAL" clId="{187C5606-33CD-5B02-A4AD-185BB0900077}" dt="2025-12-03T21:41:14.856" v="8971" actId="1076"/>
          <ac:picMkLst>
            <pc:docMk/>
            <pc:sldMk cId="1541066330" sldId="2631"/>
            <ac:picMk id="21" creationId="{91F7E555-4253-96B8-8281-D28B771004B4}"/>
          </ac:picMkLst>
        </pc:picChg>
        <pc:cxnChg chg="mod">
          <ac:chgData name="Rafael Fons Bibiloni" userId="4d7b75dc-c824-42b3-85ca-bda1b3aa712b" providerId="ADAL" clId="{187C5606-33CD-5B02-A4AD-185BB0900077}" dt="2025-12-03T22:39:32.951" v="10475"/>
          <ac:cxnSpMkLst>
            <pc:docMk/>
            <pc:sldMk cId="1541066330" sldId="2631"/>
            <ac:cxnSpMk id="3" creationId="{ABDE0E6A-A435-5A10-AB72-1044519FAF1A}"/>
          </ac:cxnSpMkLst>
        </pc:cxnChg>
        <pc:cxnChg chg="mod">
          <ac:chgData name="Rafael Fons Bibiloni" userId="4d7b75dc-c824-42b3-85ca-bda1b3aa712b" providerId="ADAL" clId="{187C5606-33CD-5B02-A4AD-185BB0900077}" dt="2025-12-03T22:39:32.951" v="10475"/>
          <ac:cxnSpMkLst>
            <pc:docMk/>
            <pc:sldMk cId="1541066330" sldId="2631"/>
            <ac:cxnSpMk id="4" creationId="{98E0A8B1-2CEE-7463-C4F0-75A402497EA9}"/>
          </ac:cxnSpMkLst>
        </pc:cxnChg>
        <pc:cxnChg chg="mod">
          <ac:chgData name="Rafael Fons Bibiloni" userId="4d7b75dc-c824-42b3-85ca-bda1b3aa712b" providerId="ADAL" clId="{187C5606-33CD-5B02-A4AD-185BB0900077}" dt="2025-12-03T22:39:32.951" v="10475"/>
          <ac:cxnSpMkLst>
            <pc:docMk/>
            <pc:sldMk cId="1541066330" sldId="2631"/>
            <ac:cxnSpMk id="5" creationId="{4F214909-182A-27EE-A298-F0107D287612}"/>
          </ac:cxnSpMkLst>
        </pc:cxnChg>
        <pc:cxnChg chg="mod">
          <ac:chgData name="Rafael Fons Bibiloni" userId="4d7b75dc-c824-42b3-85ca-bda1b3aa712b" providerId="ADAL" clId="{187C5606-33CD-5B02-A4AD-185BB0900077}" dt="2025-12-03T22:39:42.422" v="10478"/>
          <ac:cxnSpMkLst>
            <pc:docMk/>
            <pc:sldMk cId="1541066330" sldId="2631"/>
            <ac:cxnSpMk id="9" creationId="{8CEAACDE-4ECE-D7E4-DFCC-B1F85EDB8F17}"/>
          </ac:cxnSpMkLst>
        </pc:cxnChg>
        <pc:cxnChg chg="mod">
          <ac:chgData name="Rafael Fons Bibiloni" userId="4d7b75dc-c824-42b3-85ca-bda1b3aa712b" providerId="ADAL" clId="{187C5606-33CD-5B02-A4AD-185BB0900077}" dt="2025-12-03T22:39:55.805" v="10482" actId="1038"/>
          <ac:cxnSpMkLst>
            <pc:docMk/>
            <pc:sldMk cId="1541066330" sldId="2631"/>
            <ac:cxnSpMk id="11" creationId="{746A513A-616C-64C5-1E17-9C3C943BF468}"/>
          </ac:cxnSpMkLst>
        </pc:cxnChg>
        <pc:cxnChg chg="mod">
          <ac:chgData name="Rafael Fons Bibiloni" userId="4d7b75dc-c824-42b3-85ca-bda1b3aa712b" providerId="ADAL" clId="{187C5606-33CD-5B02-A4AD-185BB0900077}" dt="2025-12-03T22:39:42.422" v="10478"/>
          <ac:cxnSpMkLst>
            <pc:docMk/>
            <pc:sldMk cId="1541066330" sldId="2631"/>
            <ac:cxnSpMk id="15" creationId="{25B009E6-8D38-6E4B-2F1D-891E71004671}"/>
          </ac:cxnSpMkLst>
        </pc:cxnChg>
        <pc:cxnChg chg="add mod">
          <ac:chgData name="Rafael Fons Bibiloni" userId="4d7b75dc-c824-42b3-85ca-bda1b3aa712b" providerId="ADAL" clId="{187C5606-33CD-5B02-A4AD-185BB0900077}" dt="2025-12-03T21:41:54.266" v="8992" actId="1076"/>
          <ac:cxnSpMkLst>
            <pc:docMk/>
            <pc:sldMk cId="1541066330" sldId="2631"/>
            <ac:cxnSpMk id="17" creationId="{B2598BB7-652B-BB13-DACD-4C2CB357D3E2}"/>
          </ac:cxnSpMkLst>
        </pc:cxnChg>
        <pc:cxnChg chg="add mod">
          <ac:chgData name="Rafael Fons Bibiloni" userId="4d7b75dc-c824-42b3-85ca-bda1b3aa712b" providerId="ADAL" clId="{187C5606-33CD-5B02-A4AD-185BB0900077}" dt="2025-12-03T21:43:06.806" v="9005" actId="692"/>
          <ac:cxnSpMkLst>
            <pc:docMk/>
            <pc:sldMk cId="1541066330" sldId="2631"/>
            <ac:cxnSpMk id="23" creationId="{1F64F988-F52A-D9BE-E6EC-1010DD4B5B8C}"/>
          </ac:cxnSpMkLst>
        </pc:cxnChg>
        <pc:cxnChg chg="add mod">
          <ac:chgData name="Rafael Fons Bibiloni" userId="4d7b75dc-c824-42b3-85ca-bda1b3aa712b" providerId="ADAL" clId="{187C5606-33CD-5B02-A4AD-185BB0900077}" dt="2025-12-03T21:42:59.931" v="9004" actId="692"/>
          <ac:cxnSpMkLst>
            <pc:docMk/>
            <pc:sldMk cId="1541066330" sldId="2631"/>
            <ac:cxnSpMk id="28" creationId="{3F55C707-2625-11DC-F238-632CDC541D1D}"/>
          </ac:cxnSpMkLst>
        </pc:cxnChg>
        <pc:cxnChg chg="mod">
          <ac:chgData name="Rafael Fons Bibiloni" userId="4d7b75dc-c824-42b3-85ca-bda1b3aa712b" providerId="ADAL" clId="{187C5606-33CD-5B02-A4AD-185BB0900077}" dt="2025-12-03T21:43:16.530" v="9007"/>
          <ac:cxnSpMkLst>
            <pc:docMk/>
            <pc:sldMk cId="1541066330" sldId="2631"/>
            <ac:cxnSpMk id="31" creationId="{91C52D32-0F03-21B8-1EBE-98F3FD79059A}"/>
          </ac:cxnSpMkLst>
        </pc:cxnChg>
        <pc:cxnChg chg="mod">
          <ac:chgData name="Rafael Fons Bibiloni" userId="4d7b75dc-c824-42b3-85ca-bda1b3aa712b" providerId="ADAL" clId="{187C5606-33CD-5B02-A4AD-185BB0900077}" dt="2025-12-03T21:43:16.530" v="9007"/>
          <ac:cxnSpMkLst>
            <pc:docMk/>
            <pc:sldMk cId="1541066330" sldId="2631"/>
            <ac:cxnSpMk id="32" creationId="{8211CEF1-71A4-722F-30F8-D8187EFE78AB}"/>
          </ac:cxnSpMkLst>
        </pc:cxnChg>
        <pc:cxnChg chg="mod">
          <ac:chgData name="Rafael Fons Bibiloni" userId="4d7b75dc-c824-42b3-85ca-bda1b3aa712b" providerId="ADAL" clId="{187C5606-33CD-5B02-A4AD-185BB0900077}" dt="2025-12-03T21:43:16.530" v="9007"/>
          <ac:cxnSpMkLst>
            <pc:docMk/>
            <pc:sldMk cId="1541066330" sldId="2631"/>
            <ac:cxnSpMk id="33" creationId="{BFCAEF64-ABC4-7136-C6A5-E78CEAC408B9}"/>
          </ac:cxnSpMkLst>
        </pc:cxnChg>
        <pc:cxnChg chg="mod">
          <ac:chgData name="Rafael Fons Bibiloni" userId="4d7b75dc-c824-42b3-85ca-bda1b3aa712b" providerId="ADAL" clId="{187C5606-33CD-5B02-A4AD-185BB0900077}" dt="2025-12-03T21:45:29.734" v="9056" actId="1038"/>
          <ac:cxnSpMkLst>
            <pc:docMk/>
            <pc:sldMk cId="1541066330" sldId="2631"/>
            <ac:cxnSpMk id="35" creationId="{2875D88B-79FF-27C8-A180-528AE03E8464}"/>
          </ac:cxnSpMkLst>
        </pc:cxnChg>
        <pc:cxnChg chg="mod">
          <ac:chgData name="Rafael Fons Bibiloni" userId="4d7b75dc-c824-42b3-85ca-bda1b3aa712b" providerId="ADAL" clId="{187C5606-33CD-5B02-A4AD-185BB0900077}" dt="2025-12-03T22:40:11.767" v="10489" actId="1038"/>
          <ac:cxnSpMkLst>
            <pc:docMk/>
            <pc:sldMk cId="1541066330" sldId="2631"/>
            <ac:cxnSpMk id="36" creationId="{6322ACCC-60D3-AA4F-1960-528F39CB79E5}"/>
          </ac:cxnSpMkLst>
        </pc:cxnChg>
        <pc:cxnChg chg="mod">
          <ac:chgData name="Rafael Fons Bibiloni" userId="4d7b75dc-c824-42b3-85ca-bda1b3aa712b" providerId="ADAL" clId="{187C5606-33CD-5B02-A4AD-185BB0900077}" dt="2025-12-03T21:45:32.425" v="9058" actId="1038"/>
          <ac:cxnSpMkLst>
            <pc:docMk/>
            <pc:sldMk cId="1541066330" sldId="2631"/>
            <ac:cxnSpMk id="37" creationId="{79F0C38D-A368-141C-E3D2-32B7C1328272}"/>
          </ac:cxnSpMkLst>
        </pc:cxnChg>
        <pc:cxnChg chg="mod">
          <ac:chgData name="Rafael Fons Bibiloni" userId="4d7b75dc-c824-42b3-85ca-bda1b3aa712b" providerId="ADAL" clId="{187C5606-33CD-5B02-A4AD-185BB0900077}" dt="2025-12-03T21:45:38.185" v="9059" actId="1038"/>
          <ac:cxnSpMkLst>
            <pc:docMk/>
            <pc:sldMk cId="1541066330" sldId="2631"/>
            <ac:cxnSpMk id="39" creationId="{DC5DD123-C9C6-A9C4-E065-271D20FC5C8B}"/>
          </ac:cxnSpMkLst>
        </pc:cxnChg>
        <pc:cxnChg chg="mod">
          <ac:chgData name="Rafael Fons Bibiloni" userId="4d7b75dc-c824-42b3-85ca-bda1b3aa712b" providerId="ADAL" clId="{187C5606-33CD-5B02-A4AD-185BB0900077}" dt="2025-12-03T22:40:01.125" v="10484" actId="1038"/>
          <ac:cxnSpMkLst>
            <pc:docMk/>
            <pc:sldMk cId="1541066330" sldId="2631"/>
            <ac:cxnSpMk id="40" creationId="{60B33A2D-2F55-68DB-488A-9B8C630338F8}"/>
          </ac:cxnSpMkLst>
        </pc:cxnChg>
        <pc:cxnChg chg="mod">
          <ac:chgData name="Rafael Fons Bibiloni" userId="4d7b75dc-c824-42b3-85ca-bda1b3aa712b" providerId="ADAL" clId="{187C5606-33CD-5B02-A4AD-185BB0900077}" dt="2025-12-03T22:40:09.420" v="10488" actId="1038"/>
          <ac:cxnSpMkLst>
            <pc:docMk/>
            <pc:sldMk cId="1541066330" sldId="2631"/>
            <ac:cxnSpMk id="41" creationId="{70E9F8B4-9A0C-56D4-54FB-226E5172F002}"/>
          </ac:cxnSpMkLst>
        </pc:cxnChg>
      </pc:sldChg>
      <pc:sldChg chg="addSp delSp modSp add mod modAnim">
        <pc:chgData name="Rafael Fons Bibiloni" userId="4d7b75dc-c824-42b3-85ca-bda1b3aa712b" providerId="ADAL" clId="{187C5606-33CD-5B02-A4AD-185BB0900077}" dt="2025-12-03T22:33:29.144" v="10349" actId="14100"/>
        <pc:sldMkLst>
          <pc:docMk/>
          <pc:sldMk cId="3855129487" sldId="2632"/>
        </pc:sldMkLst>
        <pc:spChg chg="add mod">
          <ac:chgData name="Rafael Fons Bibiloni" userId="4d7b75dc-c824-42b3-85ca-bda1b3aa712b" providerId="ADAL" clId="{187C5606-33CD-5B02-A4AD-185BB0900077}" dt="2025-12-03T20:48:40.067" v="8558" actId="14100"/>
          <ac:spMkLst>
            <pc:docMk/>
            <pc:sldMk cId="3855129487" sldId="2632"/>
            <ac:spMk id="3" creationId="{E9544C60-7C98-F75B-02C6-ED469F6DAA24}"/>
          </ac:spMkLst>
        </pc:spChg>
        <pc:spChg chg="del">
          <ac:chgData name="Rafael Fons Bibiloni" userId="4d7b75dc-c824-42b3-85ca-bda1b3aa712b" providerId="ADAL" clId="{187C5606-33CD-5B02-A4AD-185BB0900077}" dt="2025-12-03T20:47:15.634" v="8524" actId="478"/>
          <ac:spMkLst>
            <pc:docMk/>
            <pc:sldMk cId="3855129487" sldId="2632"/>
            <ac:spMk id="4" creationId="{A6BB5E07-713D-13BB-AEED-9785508DEFFD}"/>
          </ac:spMkLst>
        </pc:spChg>
        <pc:spChg chg="del mod">
          <ac:chgData name="Rafael Fons Bibiloni" userId="4d7b75dc-c824-42b3-85ca-bda1b3aa712b" providerId="ADAL" clId="{187C5606-33CD-5B02-A4AD-185BB0900077}" dt="2025-12-03T20:48:15.164" v="8545" actId="478"/>
          <ac:spMkLst>
            <pc:docMk/>
            <pc:sldMk cId="3855129487" sldId="2632"/>
            <ac:spMk id="5" creationId="{4B24BC66-D303-9B77-5FB9-04C810F60BD8}"/>
          </ac:spMkLst>
        </pc:spChg>
        <pc:spChg chg="mod">
          <ac:chgData name="Rafael Fons Bibiloni" userId="4d7b75dc-c824-42b3-85ca-bda1b3aa712b" providerId="ADAL" clId="{187C5606-33CD-5B02-A4AD-185BB0900077}" dt="2025-12-03T22:33:29.144" v="10349" actId="14100"/>
          <ac:spMkLst>
            <pc:docMk/>
            <pc:sldMk cId="3855129487" sldId="2632"/>
            <ac:spMk id="9" creationId="{B9BF0FEF-16A3-A95A-6EFC-116550433006}"/>
          </ac:spMkLst>
        </pc:spChg>
        <pc:picChg chg="del">
          <ac:chgData name="Rafael Fons Bibiloni" userId="4d7b75dc-c824-42b3-85ca-bda1b3aa712b" providerId="ADAL" clId="{187C5606-33CD-5B02-A4AD-185BB0900077}" dt="2025-12-03T20:47:15.163" v="8523" actId="478"/>
          <ac:picMkLst>
            <pc:docMk/>
            <pc:sldMk cId="3855129487" sldId="2632"/>
            <ac:picMk id="2" creationId="{1D2D7F91-D851-3255-8256-799DB1D71672}"/>
          </ac:picMkLst>
        </pc:picChg>
        <pc:picChg chg="del mod">
          <ac:chgData name="Rafael Fons Bibiloni" userId="4d7b75dc-c824-42b3-85ca-bda1b3aa712b" providerId="ADAL" clId="{187C5606-33CD-5B02-A4AD-185BB0900077}" dt="2025-12-03T20:58:14.171" v="8929" actId="478"/>
          <ac:picMkLst>
            <pc:docMk/>
            <pc:sldMk cId="3855129487" sldId="2632"/>
            <ac:picMk id="6" creationId="{012DB137-BD7F-F4E9-E2D0-BFA08C38C89E}"/>
          </ac:picMkLst>
        </pc:picChg>
        <pc:picChg chg="add del mod">
          <ac:chgData name="Rafael Fons Bibiloni" userId="4d7b75dc-c824-42b3-85ca-bda1b3aa712b" providerId="ADAL" clId="{187C5606-33CD-5B02-A4AD-185BB0900077}" dt="2025-12-03T21:17:40.703" v="8934" actId="478"/>
          <ac:picMkLst>
            <pc:docMk/>
            <pc:sldMk cId="3855129487" sldId="2632"/>
            <ac:picMk id="8" creationId="{706BA434-9CB8-F0D0-6FCE-71F3261292B4}"/>
          </ac:picMkLst>
        </pc:picChg>
        <pc:picChg chg="add del mod">
          <ac:chgData name="Rafael Fons Bibiloni" userId="4d7b75dc-c824-42b3-85ca-bda1b3aa712b" providerId="ADAL" clId="{187C5606-33CD-5B02-A4AD-185BB0900077}" dt="2025-12-03T21:21:49.523" v="8939" actId="478"/>
          <ac:picMkLst>
            <pc:docMk/>
            <pc:sldMk cId="3855129487" sldId="2632"/>
            <ac:picMk id="11" creationId="{5A3A4950-79EB-2026-73FD-E5026031BA3B}"/>
          </ac:picMkLst>
        </pc:picChg>
        <pc:picChg chg="add mod">
          <ac:chgData name="Rafael Fons Bibiloni" userId="4d7b75dc-c824-42b3-85ca-bda1b3aa712b" providerId="ADAL" clId="{187C5606-33CD-5B02-A4AD-185BB0900077}" dt="2025-12-03T21:21:55.784" v="8943" actId="1076"/>
          <ac:picMkLst>
            <pc:docMk/>
            <pc:sldMk cId="3855129487" sldId="2632"/>
            <ac:picMk id="13" creationId="{51281740-2962-C4E5-62CB-CBC900DCE020}"/>
          </ac:picMkLst>
        </pc:picChg>
      </pc:sldChg>
      <pc:sldChg chg="addSp delSp modSp add mod">
        <pc:chgData name="Rafael Fons Bibiloni" userId="4d7b75dc-c824-42b3-85ca-bda1b3aa712b" providerId="ADAL" clId="{187C5606-33CD-5B02-A4AD-185BB0900077}" dt="2025-12-03T21:54:59.261" v="9128" actId="1076"/>
        <pc:sldMkLst>
          <pc:docMk/>
          <pc:sldMk cId="961173787" sldId="2633"/>
        </pc:sldMkLst>
        <pc:spChg chg="mod">
          <ac:chgData name="Rafael Fons Bibiloni" userId="4d7b75dc-c824-42b3-85ca-bda1b3aa712b" providerId="ADAL" clId="{187C5606-33CD-5B02-A4AD-185BB0900077}" dt="2025-12-03T21:51:42.725" v="9074" actId="20577"/>
          <ac:spMkLst>
            <pc:docMk/>
            <pc:sldMk cId="961173787" sldId="2633"/>
            <ac:spMk id="7" creationId="{90398B02-2780-E1AF-9E44-E5100ED474D2}"/>
          </ac:spMkLst>
        </pc:spChg>
        <pc:grpChg chg="add mod">
          <ac:chgData name="Rafael Fons Bibiloni" userId="4d7b75dc-c824-42b3-85ca-bda1b3aa712b" providerId="ADAL" clId="{187C5606-33CD-5B02-A4AD-185BB0900077}" dt="2025-12-03T21:54:42.128" v="9122" actId="1038"/>
          <ac:grpSpMkLst>
            <pc:docMk/>
            <pc:sldMk cId="961173787" sldId="2633"/>
            <ac:grpSpMk id="5" creationId="{25A5BE5C-41E3-B9FE-BE47-09B6A3EC358F}"/>
          </ac:grpSpMkLst>
        </pc:grpChg>
        <pc:grpChg chg="add mod">
          <ac:chgData name="Rafael Fons Bibiloni" userId="4d7b75dc-c824-42b3-85ca-bda1b3aa712b" providerId="ADAL" clId="{187C5606-33CD-5B02-A4AD-185BB0900077}" dt="2025-12-03T21:54:52.028" v="9126" actId="1038"/>
          <ac:grpSpMkLst>
            <pc:docMk/>
            <pc:sldMk cId="961173787" sldId="2633"/>
            <ac:grpSpMk id="15" creationId="{9DD3F497-0469-F2DF-EA9D-DA0453D69DE4}"/>
          </ac:grpSpMkLst>
        </pc:grpChg>
        <pc:grpChg chg="mod">
          <ac:chgData name="Rafael Fons Bibiloni" userId="4d7b75dc-c824-42b3-85ca-bda1b3aa712b" providerId="ADAL" clId="{187C5606-33CD-5B02-A4AD-185BB0900077}" dt="2025-12-03T21:54:03.693" v="9108" actId="1076"/>
          <ac:grpSpMkLst>
            <pc:docMk/>
            <pc:sldMk cId="961173787" sldId="2633"/>
            <ac:grpSpMk id="29" creationId="{DC79DECB-C479-01D5-D374-A92631F6F1B4}"/>
          </ac:grpSpMkLst>
        </pc:grpChg>
        <pc:grpChg chg="del">
          <ac:chgData name="Rafael Fons Bibiloni" userId="4d7b75dc-c824-42b3-85ca-bda1b3aa712b" providerId="ADAL" clId="{187C5606-33CD-5B02-A4AD-185BB0900077}" dt="2025-12-03T21:53:21.458" v="9102" actId="478"/>
          <ac:grpSpMkLst>
            <pc:docMk/>
            <pc:sldMk cId="961173787" sldId="2633"/>
            <ac:grpSpMk id="30" creationId="{4A3CCB89-1F71-D2A7-3340-F79B612CA568}"/>
          </ac:grpSpMkLst>
        </pc:grpChg>
        <pc:grpChg chg="mod">
          <ac:chgData name="Rafael Fons Bibiloni" userId="4d7b75dc-c824-42b3-85ca-bda1b3aa712b" providerId="ADAL" clId="{187C5606-33CD-5B02-A4AD-185BB0900077}" dt="2025-12-03T21:53:58.014" v="9107" actId="1076"/>
          <ac:grpSpMkLst>
            <pc:docMk/>
            <pc:sldMk cId="961173787" sldId="2633"/>
            <ac:grpSpMk id="34" creationId="{8E8CEE5A-158D-6F98-006D-B012F9F324C9}"/>
          </ac:grpSpMkLst>
        </pc:grpChg>
        <pc:grpChg chg="del">
          <ac:chgData name="Rafael Fons Bibiloni" userId="4d7b75dc-c824-42b3-85ca-bda1b3aa712b" providerId="ADAL" clId="{187C5606-33CD-5B02-A4AD-185BB0900077}" dt="2025-12-03T21:53:19.936" v="9101" actId="478"/>
          <ac:grpSpMkLst>
            <pc:docMk/>
            <pc:sldMk cId="961173787" sldId="2633"/>
            <ac:grpSpMk id="38" creationId="{05A57F69-55CA-F2E5-B681-2C07ADB5799D}"/>
          </ac:grpSpMkLst>
        </pc:grpChg>
        <pc:grpChg chg="add mod">
          <ac:chgData name="Rafael Fons Bibiloni" userId="4d7b75dc-c824-42b3-85ca-bda1b3aa712b" providerId="ADAL" clId="{187C5606-33CD-5B02-A4AD-185BB0900077}" dt="2025-12-03T21:54:59.261" v="9128" actId="1076"/>
          <ac:grpSpMkLst>
            <pc:docMk/>
            <pc:sldMk cId="961173787" sldId="2633"/>
            <ac:grpSpMk id="43" creationId="{C1FE82AB-9338-C4F9-2E91-4DDEB121E03B}"/>
          </ac:grpSpMkLst>
        </pc:grpChg>
        <pc:picChg chg="add mod">
          <ac:chgData name="Rafael Fons Bibiloni" userId="4d7b75dc-c824-42b3-85ca-bda1b3aa712b" providerId="ADAL" clId="{187C5606-33CD-5B02-A4AD-185BB0900077}" dt="2025-12-03T21:54:37.200" v="9118" actId="1076"/>
          <ac:picMkLst>
            <pc:docMk/>
            <pc:sldMk cId="961173787" sldId="2633"/>
            <ac:picMk id="2" creationId="{B6F72A77-7B2B-503C-49FD-99A9475035C2}"/>
          </ac:picMkLst>
        </pc:picChg>
        <pc:picChg chg="add mod">
          <ac:chgData name="Rafael Fons Bibiloni" userId="4d7b75dc-c824-42b3-85ca-bda1b3aa712b" providerId="ADAL" clId="{187C5606-33CD-5B02-A4AD-185BB0900077}" dt="2025-12-03T21:52:43.338" v="9091" actId="1076"/>
          <ac:picMkLst>
            <pc:docMk/>
            <pc:sldMk cId="961173787" sldId="2633"/>
            <ac:picMk id="3" creationId="{A6D96C84-B2FB-FA82-202F-C59BEF40A5BD}"/>
          </ac:picMkLst>
        </pc:picChg>
        <pc:picChg chg="del">
          <ac:chgData name="Rafael Fons Bibiloni" userId="4d7b75dc-c824-42b3-85ca-bda1b3aa712b" providerId="ADAL" clId="{187C5606-33CD-5B02-A4AD-185BB0900077}" dt="2025-12-03T21:51:07.399" v="9062" actId="478"/>
          <ac:picMkLst>
            <pc:docMk/>
            <pc:sldMk cId="961173787" sldId="2633"/>
            <ac:picMk id="6" creationId="{EECB338C-BD1D-27C5-81A5-D68C71980CDD}"/>
          </ac:picMkLst>
        </pc:picChg>
        <pc:picChg chg="del">
          <ac:chgData name="Rafael Fons Bibiloni" userId="4d7b75dc-c824-42b3-85ca-bda1b3aa712b" providerId="ADAL" clId="{187C5606-33CD-5B02-A4AD-185BB0900077}" dt="2025-12-03T21:52:10.456" v="9076" actId="478"/>
          <ac:picMkLst>
            <pc:docMk/>
            <pc:sldMk cId="961173787" sldId="2633"/>
            <ac:picMk id="13" creationId="{91C5E08C-A9B4-E3CE-CED9-2A8983020EE3}"/>
          </ac:picMkLst>
        </pc:picChg>
        <pc:picChg chg="mod">
          <ac:chgData name="Rafael Fons Bibiloni" userId="4d7b75dc-c824-42b3-85ca-bda1b3aa712b" providerId="ADAL" clId="{187C5606-33CD-5B02-A4AD-185BB0900077}" dt="2025-12-03T21:52:45.799" v="9092" actId="1076"/>
          <ac:picMkLst>
            <pc:docMk/>
            <pc:sldMk cId="961173787" sldId="2633"/>
            <ac:picMk id="19" creationId="{19360190-1286-F369-494B-E6670F922FC5}"/>
          </ac:picMkLst>
        </pc:picChg>
        <pc:cxnChg chg="mod">
          <ac:chgData name="Rafael Fons Bibiloni" userId="4d7b75dc-c824-42b3-85ca-bda1b3aa712b" providerId="ADAL" clId="{187C5606-33CD-5B02-A4AD-185BB0900077}" dt="2025-12-03T21:54:30.508" v="9116" actId="692"/>
          <ac:cxnSpMkLst>
            <pc:docMk/>
            <pc:sldMk cId="961173787" sldId="2633"/>
            <ac:cxnSpMk id="8" creationId="{09A7847B-D399-2D81-74FD-F515590962A2}"/>
          </ac:cxnSpMkLst>
        </pc:cxnChg>
        <pc:cxnChg chg="mod">
          <ac:chgData name="Rafael Fons Bibiloni" userId="4d7b75dc-c824-42b3-85ca-bda1b3aa712b" providerId="ADAL" clId="{187C5606-33CD-5B02-A4AD-185BB0900077}" dt="2025-12-03T21:54:19.162" v="9113" actId="692"/>
          <ac:cxnSpMkLst>
            <pc:docMk/>
            <pc:sldMk cId="961173787" sldId="2633"/>
            <ac:cxnSpMk id="9" creationId="{6E40DC8F-040D-52F3-6281-EF19203B1FF5}"/>
          </ac:cxnSpMkLst>
        </pc:cxnChg>
        <pc:cxnChg chg="mod">
          <ac:chgData name="Rafael Fons Bibiloni" userId="4d7b75dc-c824-42b3-85ca-bda1b3aa712b" providerId="ADAL" clId="{187C5606-33CD-5B02-A4AD-185BB0900077}" dt="2025-12-03T21:54:08.042" v="9109"/>
          <ac:cxnSpMkLst>
            <pc:docMk/>
            <pc:sldMk cId="961173787" sldId="2633"/>
            <ac:cxnSpMk id="11" creationId="{FB8FCAE1-DADF-7F0D-21A0-2137DBC89FFB}"/>
          </ac:cxnSpMkLst>
        </pc:cxnChg>
        <pc:cxnChg chg="mod">
          <ac:chgData name="Rafael Fons Bibiloni" userId="4d7b75dc-c824-42b3-85ca-bda1b3aa712b" providerId="ADAL" clId="{187C5606-33CD-5B02-A4AD-185BB0900077}" dt="2025-12-03T21:53:43.747" v="9105" actId="692"/>
          <ac:cxnSpMkLst>
            <pc:docMk/>
            <pc:sldMk cId="961173787" sldId="2633"/>
            <ac:cxnSpMk id="17" creationId="{FADBFE02-60E8-78A9-95F1-C8041D605981}"/>
          </ac:cxnSpMkLst>
        </pc:cxnChg>
        <pc:cxnChg chg="mod">
          <ac:chgData name="Rafael Fons Bibiloni" userId="4d7b75dc-c824-42b3-85ca-bda1b3aa712b" providerId="ADAL" clId="{187C5606-33CD-5B02-A4AD-185BB0900077}" dt="2025-12-03T21:53:07.146" v="9097" actId="692"/>
          <ac:cxnSpMkLst>
            <pc:docMk/>
            <pc:sldMk cId="961173787" sldId="2633"/>
            <ac:cxnSpMk id="23" creationId="{8B483740-1B25-FCA1-AB16-F138D475277F}"/>
          </ac:cxnSpMkLst>
        </pc:cxnChg>
        <pc:cxnChg chg="mod">
          <ac:chgData name="Rafael Fons Bibiloni" userId="4d7b75dc-c824-42b3-85ca-bda1b3aa712b" providerId="ADAL" clId="{187C5606-33CD-5B02-A4AD-185BB0900077}" dt="2025-12-03T21:54:46.143" v="9123"/>
          <ac:cxnSpMkLst>
            <pc:docMk/>
            <pc:sldMk cId="961173787" sldId="2633"/>
            <ac:cxnSpMk id="25" creationId="{82089300-C23E-8908-DCC2-A49318378417}"/>
          </ac:cxnSpMkLst>
        </pc:cxnChg>
        <pc:cxnChg chg="mod">
          <ac:chgData name="Rafael Fons Bibiloni" userId="4d7b75dc-c824-42b3-85ca-bda1b3aa712b" providerId="ADAL" clId="{187C5606-33CD-5B02-A4AD-185BB0900077}" dt="2025-12-03T21:54:46.143" v="9123"/>
          <ac:cxnSpMkLst>
            <pc:docMk/>
            <pc:sldMk cId="961173787" sldId="2633"/>
            <ac:cxnSpMk id="27" creationId="{49C0B92F-D2D4-FDE4-C416-BAAA352FD46E}"/>
          </ac:cxnSpMkLst>
        </pc:cxnChg>
        <pc:cxnChg chg="mod">
          <ac:chgData name="Rafael Fons Bibiloni" userId="4d7b75dc-c824-42b3-85ca-bda1b3aa712b" providerId="ADAL" clId="{187C5606-33CD-5B02-A4AD-185BB0900077}" dt="2025-12-03T21:53:18.215" v="9100" actId="692"/>
          <ac:cxnSpMkLst>
            <pc:docMk/>
            <pc:sldMk cId="961173787" sldId="2633"/>
            <ac:cxnSpMk id="35" creationId="{1EBBD04F-30F4-A8E1-63B2-2F338B94702D}"/>
          </ac:cxnSpMkLst>
        </pc:cxnChg>
        <pc:cxnChg chg="mod">
          <ac:chgData name="Rafael Fons Bibiloni" userId="4d7b75dc-c824-42b3-85ca-bda1b3aa712b" providerId="ADAL" clId="{187C5606-33CD-5B02-A4AD-185BB0900077}" dt="2025-12-03T21:53:48.742" v="9106" actId="692"/>
          <ac:cxnSpMkLst>
            <pc:docMk/>
            <pc:sldMk cId="961173787" sldId="2633"/>
            <ac:cxnSpMk id="36" creationId="{880ADCE0-55F8-9224-11AB-8DD2793F1616}"/>
          </ac:cxnSpMkLst>
        </pc:cxnChg>
        <pc:cxnChg chg="mod">
          <ac:chgData name="Rafael Fons Bibiloni" userId="4d7b75dc-c824-42b3-85ca-bda1b3aa712b" providerId="ADAL" clId="{187C5606-33CD-5B02-A4AD-185BB0900077}" dt="2025-12-03T21:54:46.143" v="9123"/>
          <ac:cxnSpMkLst>
            <pc:docMk/>
            <pc:sldMk cId="961173787" sldId="2633"/>
            <ac:cxnSpMk id="42" creationId="{48B5D90E-5A25-99D1-F053-3F47E249F4BA}"/>
          </ac:cxnSpMkLst>
        </pc:cxnChg>
        <pc:cxnChg chg="mod">
          <ac:chgData name="Rafael Fons Bibiloni" userId="4d7b75dc-c824-42b3-85ca-bda1b3aa712b" providerId="ADAL" clId="{187C5606-33CD-5B02-A4AD-185BB0900077}" dt="2025-12-03T21:54:53.661" v="9127"/>
          <ac:cxnSpMkLst>
            <pc:docMk/>
            <pc:sldMk cId="961173787" sldId="2633"/>
            <ac:cxnSpMk id="44" creationId="{E77BA271-A077-F86D-1B15-443E11A721FE}"/>
          </ac:cxnSpMkLst>
        </pc:cxnChg>
        <pc:cxnChg chg="mod">
          <ac:chgData name="Rafael Fons Bibiloni" userId="4d7b75dc-c824-42b3-85ca-bda1b3aa712b" providerId="ADAL" clId="{187C5606-33CD-5B02-A4AD-185BB0900077}" dt="2025-12-03T21:54:53.661" v="9127"/>
          <ac:cxnSpMkLst>
            <pc:docMk/>
            <pc:sldMk cId="961173787" sldId="2633"/>
            <ac:cxnSpMk id="45" creationId="{6DB0FA38-48EC-5008-694D-25F0A844738F}"/>
          </ac:cxnSpMkLst>
        </pc:cxnChg>
        <pc:cxnChg chg="mod">
          <ac:chgData name="Rafael Fons Bibiloni" userId="4d7b75dc-c824-42b3-85ca-bda1b3aa712b" providerId="ADAL" clId="{187C5606-33CD-5B02-A4AD-185BB0900077}" dt="2025-12-03T21:54:53.661" v="9127"/>
          <ac:cxnSpMkLst>
            <pc:docMk/>
            <pc:sldMk cId="961173787" sldId="2633"/>
            <ac:cxnSpMk id="46" creationId="{FB8B8B3A-BC8A-224A-9779-A4BE3C91C140}"/>
          </ac:cxnSpMkLst>
        </pc:cxnChg>
      </pc:sldChg>
      <pc:sldChg chg="addSp delSp modSp add mod delAnim modAnim">
        <pc:chgData name="Rafael Fons Bibiloni" userId="4d7b75dc-c824-42b3-85ca-bda1b3aa712b" providerId="ADAL" clId="{187C5606-33CD-5B02-A4AD-185BB0900077}" dt="2025-12-03T22:38:44.830" v="10474" actId="20577"/>
        <pc:sldMkLst>
          <pc:docMk/>
          <pc:sldMk cId="3066101202" sldId="2634"/>
        </pc:sldMkLst>
        <pc:spChg chg="add mod">
          <ac:chgData name="Rafael Fons Bibiloni" userId="4d7b75dc-c824-42b3-85ca-bda1b3aa712b" providerId="ADAL" clId="{187C5606-33CD-5B02-A4AD-185BB0900077}" dt="2025-12-03T22:36:10.775" v="10419" actId="207"/>
          <ac:spMkLst>
            <pc:docMk/>
            <pc:sldMk cId="3066101202" sldId="2634"/>
            <ac:spMk id="4" creationId="{9E166211-A874-FB97-B4B2-C4C0A018870B}"/>
          </ac:spMkLst>
        </pc:spChg>
        <pc:spChg chg="add mod">
          <ac:chgData name="Rafael Fons Bibiloni" userId="4d7b75dc-c824-42b3-85ca-bda1b3aa712b" providerId="ADAL" clId="{187C5606-33CD-5B02-A4AD-185BB0900077}" dt="2025-12-03T22:35:54.875" v="10418" actId="1076"/>
          <ac:spMkLst>
            <pc:docMk/>
            <pc:sldMk cId="3066101202" sldId="2634"/>
            <ac:spMk id="5" creationId="{8D06CEC3-65B6-2D43-4B37-CDA1C3AF42B1}"/>
          </ac:spMkLst>
        </pc:spChg>
        <pc:spChg chg="add mod">
          <ac:chgData name="Rafael Fons Bibiloni" userId="4d7b75dc-c824-42b3-85ca-bda1b3aa712b" providerId="ADAL" clId="{187C5606-33CD-5B02-A4AD-185BB0900077}" dt="2025-12-03T22:38:44.830" v="10474" actId="20577"/>
          <ac:spMkLst>
            <pc:docMk/>
            <pc:sldMk cId="3066101202" sldId="2634"/>
            <ac:spMk id="6" creationId="{CC887B0A-4B14-B117-5556-FEF82D29AACE}"/>
          </ac:spMkLst>
        </pc:spChg>
        <pc:spChg chg="mod">
          <ac:chgData name="Rafael Fons Bibiloni" userId="4d7b75dc-c824-42b3-85ca-bda1b3aa712b" providerId="ADAL" clId="{187C5606-33CD-5B02-A4AD-185BB0900077}" dt="2025-12-03T22:34:41.730" v="10395" actId="20577"/>
          <ac:spMkLst>
            <pc:docMk/>
            <pc:sldMk cId="3066101202" sldId="2634"/>
            <ac:spMk id="7" creationId="{85CC0336-6580-48FD-176D-918F093BE920}"/>
          </ac:spMkLst>
        </pc:spChg>
        <pc:spChg chg="del">
          <ac:chgData name="Rafael Fons Bibiloni" userId="4d7b75dc-c824-42b3-85ca-bda1b3aa712b" providerId="ADAL" clId="{187C5606-33CD-5B02-A4AD-185BB0900077}" dt="2025-12-03T22:34:30.100" v="10355" actId="478"/>
          <ac:spMkLst>
            <pc:docMk/>
            <pc:sldMk cId="3066101202" sldId="2634"/>
            <ac:spMk id="8" creationId="{412B4F4E-9CD2-01F4-9A32-D8B3253D37A3}"/>
          </ac:spMkLst>
        </pc:spChg>
        <pc:spChg chg="del">
          <ac:chgData name="Rafael Fons Bibiloni" userId="4d7b75dc-c824-42b3-85ca-bda1b3aa712b" providerId="ADAL" clId="{187C5606-33CD-5B02-A4AD-185BB0900077}" dt="2025-12-03T22:34:31.671" v="10356" actId="478"/>
          <ac:spMkLst>
            <pc:docMk/>
            <pc:sldMk cId="3066101202" sldId="2634"/>
            <ac:spMk id="9" creationId="{7B6462B0-599E-D6EC-E848-F74EB009A0BE}"/>
          </ac:spMkLst>
        </pc:spChg>
        <pc:spChg chg="add mod">
          <ac:chgData name="Rafael Fons Bibiloni" userId="4d7b75dc-c824-42b3-85ca-bda1b3aa712b" providerId="ADAL" clId="{187C5606-33CD-5B02-A4AD-185BB0900077}" dt="2025-12-03T22:38:04.199" v="10468" actId="692"/>
          <ac:spMkLst>
            <pc:docMk/>
            <pc:sldMk cId="3066101202" sldId="2634"/>
            <ac:spMk id="13" creationId="{6E2FC120-9FCF-AB5B-AFD1-7E7EAF5E59F5}"/>
          </ac:spMkLst>
        </pc:spChg>
        <pc:picChg chg="add mod">
          <ac:chgData name="Rafael Fons Bibiloni" userId="4d7b75dc-c824-42b3-85ca-bda1b3aa712b" providerId="ADAL" clId="{187C5606-33CD-5B02-A4AD-185BB0900077}" dt="2025-12-03T22:35:31.016" v="10411" actId="1076"/>
          <ac:picMkLst>
            <pc:docMk/>
            <pc:sldMk cId="3066101202" sldId="2634"/>
            <ac:picMk id="2" creationId="{D41DA1C2-652D-D810-3E76-F12D8083E6FC}"/>
          </ac:picMkLst>
        </pc:picChg>
        <pc:picChg chg="del">
          <ac:chgData name="Rafael Fons Bibiloni" userId="4d7b75dc-c824-42b3-85ca-bda1b3aa712b" providerId="ADAL" clId="{187C5606-33CD-5B02-A4AD-185BB0900077}" dt="2025-12-03T22:34:28.134" v="10353" actId="478"/>
          <ac:picMkLst>
            <pc:docMk/>
            <pc:sldMk cId="3066101202" sldId="2634"/>
            <ac:picMk id="3" creationId="{05942998-C98F-7646-C1A3-9A3C03955EEC}"/>
          </ac:picMkLst>
        </pc:picChg>
        <pc:picChg chg="del">
          <ac:chgData name="Rafael Fons Bibiloni" userId="4d7b75dc-c824-42b3-85ca-bda1b3aa712b" providerId="ADAL" clId="{187C5606-33CD-5B02-A4AD-185BB0900077}" dt="2025-12-03T22:34:29.502" v="10354" actId="478"/>
          <ac:picMkLst>
            <pc:docMk/>
            <pc:sldMk cId="3066101202" sldId="2634"/>
            <ac:picMk id="11" creationId="{F58D2E4E-DE75-77AF-061F-F3682A8442E4}"/>
          </ac:picMkLst>
        </pc:picChg>
      </pc:sldChg>
      <pc:sldChg chg="add modAnim">
        <pc:chgData name="Rafael Fons Bibiloni" userId="4d7b75dc-c824-42b3-85ca-bda1b3aa712b" providerId="ADAL" clId="{187C5606-33CD-5B02-A4AD-185BB0900077}" dt="2025-12-04T09:08:47.159" v="11067"/>
        <pc:sldMkLst>
          <pc:docMk/>
          <pc:sldMk cId="2451688362" sldId="263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96F53A-41D7-4B14-91B8-3C7DF30A6B83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09D09C-A541-4BDD-8E64-DFBF4A7028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S_tradnl" noProof="0" dirty="0"/>
            <a:t>El peso del estado</a:t>
          </a:r>
        </a:p>
      </dgm:t>
    </dgm:pt>
    <dgm:pt modelId="{7D0D1CA9-7A47-421C-99B8-882F82297CC3}" type="parTrans" cxnId="{20F9D61C-630F-4659-9BC7-8A062B7EB5DF}">
      <dgm:prSet/>
      <dgm:spPr/>
      <dgm:t>
        <a:bodyPr/>
        <a:lstStyle/>
        <a:p>
          <a:endParaRPr lang="en-US"/>
        </a:p>
      </dgm:t>
    </dgm:pt>
    <dgm:pt modelId="{1A70811A-D4E2-445F-93CA-71F7DA76A68B}" type="sibTrans" cxnId="{20F9D61C-630F-4659-9BC7-8A062B7EB5D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CB9A448-5FAC-428C-B5B8-D61A817185B0}">
      <dgm:prSet/>
      <dgm:spPr/>
      <dgm:t>
        <a:bodyPr/>
        <a:lstStyle/>
        <a:p>
          <a:pPr>
            <a:lnSpc>
              <a:spcPct val="100000"/>
            </a:lnSpc>
          </a:pPr>
          <a:r>
            <a:rPr lang="es-ES_tradnl" baseline="0" noProof="0" dirty="0"/>
            <a:t>Casi la mitad de la riqueza del país la absorbe el estado.</a:t>
          </a:r>
        </a:p>
        <a:p>
          <a:pPr>
            <a:lnSpc>
              <a:spcPct val="100000"/>
            </a:lnSpc>
          </a:pPr>
          <a:r>
            <a:rPr lang="es-ES_tradnl" baseline="0" noProof="0" dirty="0"/>
            <a:t>La presión promedio sobre los contribuyentes &gt;50%</a:t>
          </a:r>
          <a:endParaRPr lang="es-ES_tradnl" noProof="0" dirty="0"/>
        </a:p>
      </dgm:t>
    </dgm:pt>
    <dgm:pt modelId="{5D41FAB1-758F-421E-AF7D-6FA4B553C675}" type="parTrans" cxnId="{53ED7F58-B372-4EFC-BD05-576612482755}">
      <dgm:prSet/>
      <dgm:spPr/>
      <dgm:t>
        <a:bodyPr/>
        <a:lstStyle/>
        <a:p>
          <a:endParaRPr lang="en-US"/>
        </a:p>
      </dgm:t>
    </dgm:pt>
    <dgm:pt modelId="{0D8710F4-B1C4-4CB6-9323-9809CABDDAE5}" type="sibTrans" cxnId="{53ED7F58-B372-4EFC-BD05-576612482755}">
      <dgm:prSet/>
      <dgm:spPr/>
      <dgm:t>
        <a:bodyPr/>
        <a:lstStyle/>
        <a:p>
          <a:endParaRPr lang="en-US"/>
        </a:p>
      </dgm:t>
    </dgm:pt>
    <dgm:pt modelId="{06955917-5967-4C38-A3BB-9F5961B258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S_tradnl" noProof="0" dirty="0"/>
            <a:t>Velocidad del gasto excesivo</a:t>
          </a:r>
        </a:p>
      </dgm:t>
    </dgm:pt>
    <dgm:pt modelId="{03DA8191-DD65-4A08-BAA8-8A0AC7EF3ECB}" type="parTrans" cxnId="{A411FF90-FEE1-44FA-A008-BDF95C1D3F0F}">
      <dgm:prSet/>
      <dgm:spPr/>
      <dgm:t>
        <a:bodyPr/>
        <a:lstStyle/>
        <a:p>
          <a:endParaRPr lang="en-US"/>
        </a:p>
      </dgm:t>
    </dgm:pt>
    <dgm:pt modelId="{61E2D114-C009-4879-9FF6-0DF377749BC2}" type="sibTrans" cxnId="{A411FF90-FEE1-44FA-A008-BDF95C1D3F0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9EF5286D-2F9E-441B-AD86-4A1634F5491A}">
      <dgm:prSet/>
      <dgm:spPr/>
      <dgm:t>
        <a:bodyPr/>
        <a:lstStyle/>
        <a:p>
          <a:pPr>
            <a:lnSpc>
              <a:spcPct val="100000"/>
            </a:lnSpc>
          </a:pPr>
          <a:r>
            <a:rPr lang="es-ES_tradnl" baseline="0" noProof="0" dirty="0"/>
            <a:t>En la mayoría de las categorías el gasto creció y está creciente mas rápido que la riqueza del país.</a:t>
          </a:r>
        </a:p>
      </dgm:t>
    </dgm:pt>
    <dgm:pt modelId="{1E841279-4DDB-4403-ADE7-FCBAC258109E}" type="parTrans" cxnId="{5AED81B2-0BB5-42DC-B986-9FEFDDFD53B0}">
      <dgm:prSet/>
      <dgm:spPr/>
      <dgm:t>
        <a:bodyPr/>
        <a:lstStyle/>
        <a:p>
          <a:endParaRPr lang="en-US"/>
        </a:p>
      </dgm:t>
    </dgm:pt>
    <dgm:pt modelId="{F7FE08EE-6275-47A2-8C0D-D5E0337F6961}" type="sibTrans" cxnId="{5AED81B2-0BB5-42DC-B986-9FEFDDFD53B0}">
      <dgm:prSet/>
      <dgm:spPr/>
      <dgm:t>
        <a:bodyPr/>
        <a:lstStyle/>
        <a:p>
          <a:endParaRPr lang="en-US"/>
        </a:p>
      </dgm:t>
    </dgm:pt>
    <dgm:pt modelId="{92480D11-160A-4914-91F8-B4A16BB1B2A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S_tradnl" noProof="0" dirty="0"/>
            <a:t>Prioridades invertidas</a:t>
          </a:r>
        </a:p>
      </dgm:t>
    </dgm:pt>
    <dgm:pt modelId="{4B631EDF-5BE6-4B80-82F2-D173CA8D9A8B}" type="parTrans" cxnId="{E251DE18-277A-465C-916F-502313B96E84}">
      <dgm:prSet/>
      <dgm:spPr/>
      <dgm:t>
        <a:bodyPr/>
        <a:lstStyle/>
        <a:p>
          <a:endParaRPr lang="en-US"/>
        </a:p>
      </dgm:t>
    </dgm:pt>
    <dgm:pt modelId="{E562A806-B18C-4CCF-B0F2-B0E75725256D}" type="sibTrans" cxnId="{E251DE18-277A-465C-916F-502313B96E84}">
      <dgm:prSet/>
      <dgm:spPr/>
      <dgm:t>
        <a:bodyPr/>
        <a:lstStyle/>
        <a:p>
          <a:endParaRPr lang="en-US"/>
        </a:p>
      </dgm:t>
    </dgm:pt>
    <dgm:pt modelId="{BF0D599F-674B-4488-BF49-5648C6DDF704}">
      <dgm:prSet/>
      <dgm:spPr/>
      <dgm:t>
        <a:bodyPr/>
        <a:lstStyle/>
        <a:p>
          <a:pPr>
            <a:lnSpc>
              <a:spcPct val="100000"/>
            </a:lnSpc>
          </a:pPr>
          <a:r>
            <a:rPr lang="es-ES_tradnl" baseline="0" noProof="0" dirty="0"/>
            <a:t>El estado debería enfocarse primero en los servicios esencial y, luego, tal vez al resto.</a:t>
          </a:r>
          <a:endParaRPr lang="es-ES_tradnl" noProof="0" dirty="0"/>
        </a:p>
      </dgm:t>
    </dgm:pt>
    <dgm:pt modelId="{A30BB966-22E2-4A70-B8E9-FED46073A476}" type="parTrans" cxnId="{0BA3592E-873E-454B-8006-57F609A4768E}">
      <dgm:prSet/>
      <dgm:spPr/>
      <dgm:t>
        <a:bodyPr/>
        <a:lstStyle/>
        <a:p>
          <a:endParaRPr lang="en-US"/>
        </a:p>
      </dgm:t>
    </dgm:pt>
    <dgm:pt modelId="{14A99DCA-FEB9-4ABF-B1FB-51B3B94EEC28}" type="sibTrans" cxnId="{0BA3592E-873E-454B-8006-57F609A4768E}">
      <dgm:prSet/>
      <dgm:spPr/>
      <dgm:t>
        <a:bodyPr/>
        <a:lstStyle/>
        <a:p>
          <a:endParaRPr lang="en-US"/>
        </a:p>
      </dgm:t>
    </dgm:pt>
    <dgm:pt modelId="{632313D0-FC5F-EB43-9456-ECED45EF3597}" type="pres">
      <dgm:prSet presAssocID="{3F96F53A-41D7-4B14-91B8-3C7DF30A6B83}" presName="Name0" presStyleCnt="0">
        <dgm:presLayoutVars>
          <dgm:dir/>
          <dgm:resizeHandles val="exact"/>
        </dgm:presLayoutVars>
      </dgm:prSet>
      <dgm:spPr/>
    </dgm:pt>
    <dgm:pt modelId="{93625A07-D762-A949-9B11-56DF5FBB286B}" type="pres">
      <dgm:prSet presAssocID="{2609D09C-A541-4BDD-8E64-DFBF4A70282E}" presName="compNode" presStyleCnt="0"/>
      <dgm:spPr/>
    </dgm:pt>
    <dgm:pt modelId="{9F1DB5B7-AE40-4040-9D0B-62761D52852C}" type="pres">
      <dgm:prSet presAssocID="{2609D09C-A541-4BDD-8E64-DFBF4A70282E}" presName="pictRect" presStyleLbl="revTx" presStyleIdx="0" presStyleCnt="6">
        <dgm:presLayoutVars>
          <dgm:chMax val="0"/>
          <dgm:bulletEnabled/>
        </dgm:presLayoutVars>
      </dgm:prSet>
      <dgm:spPr/>
    </dgm:pt>
    <dgm:pt modelId="{F3D8A113-E7CD-D841-8442-D45358F5E55E}" type="pres">
      <dgm:prSet presAssocID="{2609D09C-A541-4BDD-8E64-DFBF4A70282E}" presName="textRect" presStyleLbl="revTx" presStyleIdx="1" presStyleCnt="6">
        <dgm:presLayoutVars>
          <dgm:bulletEnabled/>
        </dgm:presLayoutVars>
      </dgm:prSet>
      <dgm:spPr/>
    </dgm:pt>
    <dgm:pt modelId="{66504F4B-BB73-F743-8146-AC31A3483D82}" type="pres">
      <dgm:prSet presAssocID="{1A70811A-D4E2-445F-93CA-71F7DA76A68B}" presName="sibTrans" presStyleLbl="sibTrans2D1" presStyleIdx="0" presStyleCnt="0"/>
      <dgm:spPr/>
    </dgm:pt>
    <dgm:pt modelId="{B4032639-24F4-A94D-8087-ACDE792E569C}" type="pres">
      <dgm:prSet presAssocID="{06955917-5967-4C38-A3BB-9F5961B2581F}" presName="compNode" presStyleCnt="0"/>
      <dgm:spPr/>
    </dgm:pt>
    <dgm:pt modelId="{B69BA59B-4E39-8942-A589-000074CCC2D0}" type="pres">
      <dgm:prSet presAssocID="{06955917-5967-4C38-A3BB-9F5961B2581F}" presName="pictRect" presStyleLbl="revTx" presStyleIdx="2" presStyleCnt="6" custScaleX="116533">
        <dgm:presLayoutVars>
          <dgm:chMax val="0"/>
          <dgm:bulletEnabled/>
        </dgm:presLayoutVars>
      </dgm:prSet>
      <dgm:spPr/>
    </dgm:pt>
    <dgm:pt modelId="{94810B93-A0C9-D641-AB7E-9CC9CAA54857}" type="pres">
      <dgm:prSet presAssocID="{06955917-5967-4C38-A3BB-9F5961B2581F}" presName="textRect" presStyleLbl="revTx" presStyleIdx="3" presStyleCnt="6" custScaleX="108452">
        <dgm:presLayoutVars>
          <dgm:bulletEnabled/>
        </dgm:presLayoutVars>
      </dgm:prSet>
      <dgm:spPr/>
    </dgm:pt>
    <dgm:pt modelId="{C5638410-E219-7442-B8EC-A086F63B34D0}" type="pres">
      <dgm:prSet presAssocID="{61E2D114-C009-4879-9FF6-0DF377749BC2}" presName="sibTrans" presStyleLbl="sibTrans2D1" presStyleIdx="0" presStyleCnt="0"/>
      <dgm:spPr/>
    </dgm:pt>
    <dgm:pt modelId="{63F465CD-B347-2042-AA7F-D661803BBD03}" type="pres">
      <dgm:prSet presAssocID="{92480D11-160A-4914-91F8-B4A16BB1B2A3}" presName="compNode" presStyleCnt="0"/>
      <dgm:spPr/>
    </dgm:pt>
    <dgm:pt modelId="{BEB96080-B92D-2F43-BC06-CCFF5729B17B}" type="pres">
      <dgm:prSet presAssocID="{92480D11-160A-4914-91F8-B4A16BB1B2A3}" presName="pictRect" presStyleLbl="revTx" presStyleIdx="4" presStyleCnt="6">
        <dgm:presLayoutVars>
          <dgm:chMax val="0"/>
          <dgm:bulletEnabled/>
        </dgm:presLayoutVars>
      </dgm:prSet>
      <dgm:spPr/>
    </dgm:pt>
    <dgm:pt modelId="{DEC58A24-FF38-844B-AC27-BDCF149FBD22}" type="pres">
      <dgm:prSet presAssocID="{92480D11-160A-4914-91F8-B4A16BB1B2A3}" presName="textRect" presStyleLbl="revTx" presStyleIdx="5" presStyleCnt="6">
        <dgm:presLayoutVars>
          <dgm:bulletEnabled/>
        </dgm:presLayoutVars>
      </dgm:prSet>
      <dgm:spPr/>
    </dgm:pt>
  </dgm:ptLst>
  <dgm:cxnLst>
    <dgm:cxn modelId="{48A4F107-B6CD-9846-9120-2F65D1B2B73B}" type="presOf" srcId="{BCB9A448-5FAC-428C-B5B8-D61A817185B0}" destId="{F3D8A113-E7CD-D841-8442-D45358F5E55E}" srcOrd="0" destOrd="0" presId="urn:microsoft.com/office/officeart/2024/3/layout/hArchList1"/>
    <dgm:cxn modelId="{6A3C0209-3815-0745-9EC5-71826E27BE03}" type="presOf" srcId="{2609D09C-A541-4BDD-8E64-DFBF4A70282E}" destId="{9F1DB5B7-AE40-4040-9D0B-62761D52852C}" srcOrd="0" destOrd="0" presId="urn:microsoft.com/office/officeart/2024/3/layout/hArchList1"/>
    <dgm:cxn modelId="{E251DE18-277A-465C-916F-502313B96E84}" srcId="{3F96F53A-41D7-4B14-91B8-3C7DF30A6B83}" destId="{92480D11-160A-4914-91F8-B4A16BB1B2A3}" srcOrd="2" destOrd="0" parTransId="{4B631EDF-5BE6-4B80-82F2-D173CA8D9A8B}" sibTransId="{E562A806-B18C-4CCF-B0F2-B0E75725256D}"/>
    <dgm:cxn modelId="{20F9D61C-630F-4659-9BC7-8A062B7EB5DF}" srcId="{3F96F53A-41D7-4B14-91B8-3C7DF30A6B83}" destId="{2609D09C-A541-4BDD-8E64-DFBF4A70282E}" srcOrd="0" destOrd="0" parTransId="{7D0D1CA9-7A47-421C-99B8-882F82297CC3}" sibTransId="{1A70811A-D4E2-445F-93CA-71F7DA76A68B}"/>
    <dgm:cxn modelId="{0BA3592E-873E-454B-8006-57F609A4768E}" srcId="{92480D11-160A-4914-91F8-B4A16BB1B2A3}" destId="{BF0D599F-674B-4488-BF49-5648C6DDF704}" srcOrd="0" destOrd="0" parTransId="{A30BB966-22E2-4A70-B8E9-FED46073A476}" sibTransId="{14A99DCA-FEB9-4ABF-B1FB-51B3B94EEC28}"/>
    <dgm:cxn modelId="{00757A35-7289-0543-9FE8-60D51242DBF2}" type="presOf" srcId="{9EF5286D-2F9E-441B-AD86-4A1634F5491A}" destId="{94810B93-A0C9-D641-AB7E-9CC9CAA54857}" srcOrd="0" destOrd="0" presId="urn:microsoft.com/office/officeart/2024/3/layout/hArchList1"/>
    <dgm:cxn modelId="{53ED7F58-B372-4EFC-BD05-576612482755}" srcId="{2609D09C-A541-4BDD-8E64-DFBF4A70282E}" destId="{BCB9A448-5FAC-428C-B5B8-D61A817185B0}" srcOrd="0" destOrd="0" parTransId="{5D41FAB1-758F-421E-AF7D-6FA4B553C675}" sibTransId="{0D8710F4-B1C4-4CB6-9323-9809CABDDAE5}"/>
    <dgm:cxn modelId="{0621DE68-ADFE-B142-A491-0D36FB9AD596}" type="presOf" srcId="{BF0D599F-674B-4488-BF49-5648C6DDF704}" destId="{DEC58A24-FF38-844B-AC27-BDCF149FBD22}" srcOrd="0" destOrd="0" presId="urn:microsoft.com/office/officeart/2024/3/layout/hArchList1"/>
    <dgm:cxn modelId="{5BEC3C85-FAFF-7145-AD3A-5DAF21CE5D38}" type="presOf" srcId="{06955917-5967-4C38-A3BB-9F5961B2581F}" destId="{B69BA59B-4E39-8942-A589-000074CCC2D0}" srcOrd="0" destOrd="0" presId="urn:microsoft.com/office/officeart/2024/3/layout/hArchList1"/>
    <dgm:cxn modelId="{A411FF90-FEE1-44FA-A008-BDF95C1D3F0F}" srcId="{3F96F53A-41D7-4B14-91B8-3C7DF30A6B83}" destId="{06955917-5967-4C38-A3BB-9F5961B2581F}" srcOrd="1" destOrd="0" parTransId="{03DA8191-DD65-4A08-BAA8-8A0AC7EF3ECB}" sibTransId="{61E2D114-C009-4879-9FF6-0DF377749BC2}"/>
    <dgm:cxn modelId="{E99BA4A7-7030-0B40-B1AA-5FD1EEC97716}" type="presOf" srcId="{3F96F53A-41D7-4B14-91B8-3C7DF30A6B83}" destId="{632313D0-FC5F-EB43-9456-ECED45EF3597}" srcOrd="0" destOrd="0" presId="urn:microsoft.com/office/officeart/2024/3/layout/hArchList1"/>
    <dgm:cxn modelId="{5AED81B2-0BB5-42DC-B986-9FEFDDFD53B0}" srcId="{06955917-5967-4C38-A3BB-9F5961B2581F}" destId="{9EF5286D-2F9E-441B-AD86-4A1634F5491A}" srcOrd="0" destOrd="0" parTransId="{1E841279-4DDB-4403-ADE7-FCBAC258109E}" sibTransId="{F7FE08EE-6275-47A2-8C0D-D5E0337F6961}"/>
    <dgm:cxn modelId="{238F3BDD-7366-E344-9263-5CE39A2C8359}" type="presOf" srcId="{1A70811A-D4E2-445F-93CA-71F7DA76A68B}" destId="{66504F4B-BB73-F743-8146-AC31A3483D82}" srcOrd="0" destOrd="0" presId="urn:microsoft.com/office/officeart/2024/3/layout/hArchList1"/>
    <dgm:cxn modelId="{47BDC6E8-2E93-9341-9CFC-2D243EE8C303}" type="presOf" srcId="{92480D11-160A-4914-91F8-B4A16BB1B2A3}" destId="{BEB96080-B92D-2F43-BC06-CCFF5729B17B}" srcOrd="0" destOrd="0" presId="urn:microsoft.com/office/officeart/2024/3/layout/hArchList1"/>
    <dgm:cxn modelId="{031671FB-B7DC-9C47-A6D2-61EA7BB67EC6}" type="presOf" srcId="{61E2D114-C009-4879-9FF6-0DF377749BC2}" destId="{C5638410-E219-7442-B8EC-A086F63B34D0}" srcOrd="0" destOrd="0" presId="urn:microsoft.com/office/officeart/2024/3/layout/hArchList1"/>
    <dgm:cxn modelId="{B2B1C37C-EC9F-4643-9EBC-08011F6E849E}" type="presParOf" srcId="{632313D0-FC5F-EB43-9456-ECED45EF3597}" destId="{93625A07-D762-A949-9B11-56DF5FBB286B}" srcOrd="0" destOrd="0" presId="urn:microsoft.com/office/officeart/2024/3/layout/hArchList1"/>
    <dgm:cxn modelId="{090D4F23-EC1B-4944-8281-9EA8C946DF5F}" type="presParOf" srcId="{93625A07-D762-A949-9B11-56DF5FBB286B}" destId="{9F1DB5B7-AE40-4040-9D0B-62761D52852C}" srcOrd="0" destOrd="0" presId="urn:microsoft.com/office/officeart/2024/3/layout/hArchList1"/>
    <dgm:cxn modelId="{B5F54FA1-12E9-F544-A359-7B8F9F368343}" type="presParOf" srcId="{93625A07-D762-A949-9B11-56DF5FBB286B}" destId="{F3D8A113-E7CD-D841-8442-D45358F5E55E}" srcOrd="1" destOrd="0" presId="urn:microsoft.com/office/officeart/2024/3/layout/hArchList1"/>
    <dgm:cxn modelId="{030927ED-23B2-A94E-837B-1CBB5C988108}" type="presParOf" srcId="{632313D0-FC5F-EB43-9456-ECED45EF3597}" destId="{66504F4B-BB73-F743-8146-AC31A3483D82}" srcOrd="1" destOrd="0" presId="urn:microsoft.com/office/officeart/2024/3/layout/hArchList1"/>
    <dgm:cxn modelId="{FB4787B3-6A5F-D64D-901E-16F634223030}" type="presParOf" srcId="{632313D0-FC5F-EB43-9456-ECED45EF3597}" destId="{B4032639-24F4-A94D-8087-ACDE792E569C}" srcOrd="2" destOrd="0" presId="urn:microsoft.com/office/officeart/2024/3/layout/hArchList1"/>
    <dgm:cxn modelId="{D6220E90-F6DF-934C-8A8F-4352B4827A17}" type="presParOf" srcId="{B4032639-24F4-A94D-8087-ACDE792E569C}" destId="{B69BA59B-4E39-8942-A589-000074CCC2D0}" srcOrd="0" destOrd="0" presId="urn:microsoft.com/office/officeart/2024/3/layout/hArchList1"/>
    <dgm:cxn modelId="{12896966-79BE-7449-B1BD-824913630FAF}" type="presParOf" srcId="{B4032639-24F4-A94D-8087-ACDE792E569C}" destId="{94810B93-A0C9-D641-AB7E-9CC9CAA54857}" srcOrd="1" destOrd="0" presId="urn:microsoft.com/office/officeart/2024/3/layout/hArchList1"/>
    <dgm:cxn modelId="{BA2EED06-9CFC-3149-B397-21EA3317BF7E}" type="presParOf" srcId="{632313D0-FC5F-EB43-9456-ECED45EF3597}" destId="{C5638410-E219-7442-B8EC-A086F63B34D0}" srcOrd="3" destOrd="0" presId="urn:microsoft.com/office/officeart/2024/3/layout/hArchList1"/>
    <dgm:cxn modelId="{AB961A01-2146-9244-9BD7-E48F47EC300E}" type="presParOf" srcId="{632313D0-FC5F-EB43-9456-ECED45EF3597}" destId="{63F465CD-B347-2042-AA7F-D661803BBD03}" srcOrd="4" destOrd="0" presId="urn:microsoft.com/office/officeart/2024/3/layout/hArchList1"/>
    <dgm:cxn modelId="{5FCAA8E7-D1F5-7841-BB8D-06DD21EE1E73}" type="presParOf" srcId="{63F465CD-B347-2042-AA7F-D661803BBD03}" destId="{BEB96080-B92D-2F43-BC06-CCFF5729B17B}" srcOrd="0" destOrd="0" presId="urn:microsoft.com/office/officeart/2024/3/layout/hArchList1"/>
    <dgm:cxn modelId="{EF967395-F8D5-104B-9865-D1E5B1D17AC4}" type="presParOf" srcId="{63F465CD-B347-2042-AA7F-D661803BBD03}" destId="{DEC58A24-FF38-844B-AC27-BDCF149FBD22}" srcOrd="1" destOrd="0" presId="urn:microsoft.com/office/officeart/2024/3/layout/hArchList1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1DB5B7-AE40-4040-9D0B-62761D52852C}">
      <dsp:nvSpPr>
        <dsp:cNvPr id="0" name=""/>
        <dsp:cNvSpPr/>
      </dsp:nvSpPr>
      <dsp:spPr>
        <a:xfrm>
          <a:off x="0" y="0"/>
          <a:ext cx="2792373" cy="381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_tradnl" sz="1800" kern="1200" noProof="0" dirty="0"/>
            <a:t>El peso del estado</a:t>
          </a:r>
        </a:p>
      </dsp:txBody>
      <dsp:txXfrm>
        <a:off x="0" y="0"/>
        <a:ext cx="2792373" cy="381360"/>
      </dsp:txXfrm>
    </dsp:sp>
    <dsp:sp modelId="{F3D8A113-E7CD-D841-8442-D45358F5E55E}">
      <dsp:nvSpPr>
        <dsp:cNvPr id="0" name=""/>
        <dsp:cNvSpPr/>
      </dsp:nvSpPr>
      <dsp:spPr>
        <a:xfrm>
          <a:off x="0" y="381360"/>
          <a:ext cx="2792373" cy="1916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baseline="0" noProof="0" dirty="0"/>
            <a:t>Casi la mitad de la riqueza del país la absorbe el estado.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baseline="0" noProof="0" dirty="0"/>
            <a:t>La presión promedio sobre los contribuyentes &gt;50%</a:t>
          </a:r>
          <a:endParaRPr lang="es-ES_tradnl" sz="1400" kern="1200" noProof="0" dirty="0"/>
        </a:p>
      </dsp:txBody>
      <dsp:txXfrm>
        <a:off x="0" y="381360"/>
        <a:ext cx="2792373" cy="1916803"/>
      </dsp:txXfrm>
    </dsp:sp>
    <dsp:sp modelId="{B69BA59B-4E39-8942-A589-000074CCC2D0}">
      <dsp:nvSpPr>
        <dsp:cNvPr id="0" name=""/>
        <dsp:cNvSpPr/>
      </dsp:nvSpPr>
      <dsp:spPr>
        <a:xfrm>
          <a:off x="3071611" y="9846"/>
          <a:ext cx="3254037" cy="381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_tradnl" sz="1800" kern="1200" noProof="0" dirty="0"/>
            <a:t>Velocidad del gasto excesivo</a:t>
          </a:r>
        </a:p>
      </dsp:txBody>
      <dsp:txXfrm>
        <a:off x="3071611" y="9846"/>
        <a:ext cx="3254037" cy="381360"/>
      </dsp:txXfrm>
    </dsp:sp>
    <dsp:sp modelId="{94810B93-A0C9-D641-AB7E-9CC9CAA54857}">
      <dsp:nvSpPr>
        <dsp:cNvPr id="0" name=""/>
        <dsp:cNvSpPr/>
      </dsp:nvSpPr>
      <dsp:spPr>
        <a:xfrm>
          <a:off x="3184437" y="391206"/>
          <a:ext cx="3028385" cy="1897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baseline="0" noProof="0" dirty="0"/>
            <a:t>En la mayoría de las categorías el gasto creció y está creciente mas rápido que la riqueza del país.</a:t>
          </a:r>
        </a:p>
      </dsp:txBody>
      <dsp:txXfrm>
        <a:off x="3184437" y="391206"/>
        <a:ext cx="3028385" cy="1897110"/>
      </dsp:txXfrm>
    </dsp:sp>
    <dsp:sp modelId="{BEB96080-B92D-2F43-BC06-CCFF5729B17B}">
      <dsp:nvSpPr>
        <dsp:cNvPr id="0" name=""/>
        <dsp:cNvSpPr/>
      </dsp:nvSpPr>
      <dsp:spPr>
        <a:xfrm>
          <a:off x="6604885" y="9846"/>
          <a:ext cx="2792373" cy="381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_tradnl" sz="1800" kern="1200" noProof="0" dirty="0"/>
            <a:t>Prioridades invertidas</a:t>
          </a:r>
        </a:p>
      </dsp:txBody>
      <dsp:txXfrm>
        <a:off x="6604885" y="9846"/>
        <a:ext cx="2792373" cy="381360"/>
      </dsp:txXfrm>
    </dsp:sp>
    <dsp:sp modelId="{DEC58A24-FF38-844B-AC27-BDCF149FBD22}">
      <dsp:nvSpPr>
        <dsp:cNvPr id="0" name=""/>
        <dsp:cNvSpPr/>
      </dsp:nvSpPr>
      <dsp:spPr>
        <a:xfrm>
          <a:off x="6604885" y="391206"/>
          <a:ext cx="2792373" cy="1897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baseline="0" noProof="0" dirty="0"/>
            <a:t>El estado debería enfocarse primero en los servicios esencial y, luego, tal vez al resto.</a:t>
          </a:r>
          <a:endParaRPr lang="es-ES_tradnl" sz="1400" kern="1200" noProof="0" dirty="0"/>
        </a:p>
      </dsp:txBody>
      <dsp:txXfrm>
        <a:off x="6604885" y="391206"/>
        <a:ext cx="2792373" cy="1897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D6FAC-BAC4-2B46-BD3E-9F22F5370953}" type="datetimeFigureOut">
              <a:rPr lang="es-ES_tradnl" smtClean="0"/>
              <a:t>4/12/25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01BA0-D9DC-204C-8F32-BC36FD690B0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84761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El contenido generado por IA puede ser incorrecto.
---
Esta presentación ofrece un análisis crítico del gasto público en España basado en los principios de la Escuela Austríaca y el </a:t>
            </a:r>
            <a:r>
              <a:rPr lang="es-ES_tradnl" dirty="0" err="1"/>
              <a:t>minarquismo</a:t>
            </a:r>
            <a:r>
              <a:rPr lang="es-ES_tradnl"/>
              <a:t>, tomando como referencia las lecciones económicas de Argentina entre 2002 y 2023.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5209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Exploraremos primero las inconsistencias económicas en Argentina y sus consecuencias, seguido de los principios del minarquismo y la Escuela Austríaca. Luego, revisaremos los principales referentes del pensamiento liberal y austriaco y finalizaremos con un análisis del gasto público en España según COFOG desde una perspectiva minarquista.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77460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Entender las consecuencias de las políticas económicas en Argentina nos provee contexto para evaluar críticamente el gasto público en España. Este análisis nos ayuda a comprender los riesgos y efectos asociados al manejo estatal de la economía.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723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Argentina implementó políticas keynesianas centradas en el aumento del gasto público para estimular la economía, lo que tuvo impactos significativos en la dinámica económica y social del país.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00022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La Escuela Austríaca y el minarquismo ofrecen una visión crítica del papel del Estado, enfatizando la importancia del libre mercado y la limitación del gasto público para preservar la libertad económica y la prosperidad.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6156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3068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Conocer a los principales pensadores nos permite comprender mejor las bases teóricas que sustentan la crítica al gasto público excesivo y a la intervención estatal desde una perspectiva liberal y austriaca.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10268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7E2BC-4CDE-2DFC-5E23-BC51AA154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C43863-5CA9-6CC7-112B-2E26EB36B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4E0B3B1-07C2-9768-BDD5-458D85907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DBEC6C-4FD5-5D34-DBC8-3CE947803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1220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D70E8-3A8D-9E76-D4ED-B630F7E3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D5A670-6924-4D04-0D60-8DF8D13FE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40FF99C-EA73-63D8-E6F0-C2B2DF85B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Conocer a los principales pensadores nos permite comprender mejor las bases teóricas que sustentan la crítica al gasto público excesivo y a la intervención estatal desde una perspectiva liberal y austriaca.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DA0C84-55FB-FD48-8B9D-D08C60E9F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64552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E264-0F5A-B983-ECA3-8FB476D1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D630D1-FB2A-6579-C35D-FDCA6BA08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CE2A5F1-3A34-ECED-A6D0-B5B46B34C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8C4214-A66C-DDD2-6E8C-51E9A7048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8473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5B2B-546A-9D88-9DB3-C421A38D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E954880-BC3F-CC65-C524-03CA09DA6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9EB33B-6B4A-D7E4-BC74-43AB27740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AC2A40-4187-D795-E9A7-DA6E9E78B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68047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8642A-009F-04EB-5162-786C5876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D56242-605E-82F6-1BE9-F4EE99AD9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F6AD109-47AF-F9B8-5A20-B7EDB3646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CABACB-9C03-E993-72EE-1B8042314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28221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ABFF5-072A-46C1-A238-506DAF87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FE095D-F7FD-A695-35EA-4AA6ABB98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E9A1FC-406A-09E7-C075-D3B4109A2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0F9372-270D-CE5B-1867-76481DE31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04234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56904-926A-4851-5F6B-411B07A6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7E5507-67DB-44CE-0A45-E6C73F829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073B85-E850-20AA-A3BC-200C95098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56570-B04A-0F2B-CBA3-480E963DE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34766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B768-FD32-499B-79E2-7A488B1F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02B95E-60AE-97E6-650F-727C07DDE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4EB8AA-8FDF-D655-07AF-0D4D175ED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7968E9-03D7-00B9-1AF0-F983FD9C7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38238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Analizaremos la evolución del gasto público español utilizando el sistema COFOG para entender sus tendencias y evaluar críticamente cada función desde la óptica minarquista.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09649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5B1DD-38D0-3BE2-C546-B84226A7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F431DC-3E83-C840-1AEE-2E5BA92A5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05BA22-DAC1-095E-D8D6-81C94081F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DCBDB7-6105-9529-0580-045ED8637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85245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7BFE5-BA73-5D9D-08AE-71F5DBF3B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EC592F3-A2BE-8445-1B9A-88A09488A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4726F8-DC5E-9BBE-26EC-431ABC4DD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09C9E2-560E-9CAC-0BCD-E2F151C7E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19908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04D80-AADA-43BB-6D1C-A4ACCDAE6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209DEA-3586-8DB3-5B11-270A8766D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BC3293D-DCEE-8C5B-9893-86B2B6D30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6D1922-D629-900E-942F-9CBCB3DF8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19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507266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FF770-A679-4399-7FBC-75A95376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CAD5386-A4F8-FB34-CB3E-D9A65B0CB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5862B1C-3D61-BAE9-8191-78231F771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79DF4B-27AD-9994-7D33-A2CFA3C4C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232841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77C8-70A5-ADEE-4F10-0EAF27C2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4B1F5C5-FF41-6E6E-BD14-5CF062A44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B14D15-14F6-B66F-7AAB-18E31AC99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
---
El minarquismo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51CD24-82DE-99BD-2285-A6BD48FA1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60304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43579-9922-1B14-56A8-307ABEF82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F649A7-CCAA-A270-8230-76FAC0DB8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3D5D185-56B2-C159-9DBC-45AA0A590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CA0C0C-9E4B-5262-4CE7-4E1E5BA1C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22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00586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18E3F-D1FE-07E3-F34E-C2918238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95FDE0-30D8-75C9-6B15-1F78C5FE2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B84FB0-919C-0FD7-1B60-5ABE04F51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E00C0C-0DA7-0B86-68E9-A5FCCBA37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280791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7E47D-8E48-5024-A36F-C54E5F4C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40C02F-9BD0-AA06-7F4E-D596B1EAB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3351B5-8BA4-FBBF-AE5B-5C03F1002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62B9A7-4E59-7C27-7062-2B71B8A4A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24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271708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05C57-6A52-E3CD-B971-E902618A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BA1F0D-2293-9E5B-073B-E6B1D9A95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8E5D18-C348-0B45-6A3F-FFE153184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E41AAE-A038-8FD5-EB17-B58B70FB5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25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285330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1C96D-2F1B-EA77-D499-AE11B00C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EF9A7D-7462-20A8-7A4D-C13D02A06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078A91-357E-6D42-CFD5-F63CF5380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Analizaremos la evolución del gasto público español utilizando el sistema COFOG para entender sus tendencias y evaluar críticamente cada función desde la óptica minarquista.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AC2C1C-342F-16E1-C5DB-B96E8401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26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49695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9C50A-5B79-C9F1-14D7-622C89B7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241F0F-A071-6E4B-9284-554E10516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BBA6E0-654C-D2D3-E2A1-7DAF421DB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BE2CA9-EEE3-3C7F-754F-5C1D6F08D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27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55770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D96D7-B85A-EC06-6BF7-C54BC5CED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B8B9CE8-41EB-12BD-2D95-B424B212F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CCF012-EAE0-3D8D-1CF1-169EA1F02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464FEA-9A12-901C-0AA0-481C5A15F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28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584922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9A408-935F-CCE5-ABF0-BF537942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6667BD-3F61-AACD-B728-147BEBF90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079200-E63A-784E-9284-54EC11752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7CB974-ABB3-FA54-7646-2121F477C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29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42112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21647-EE22-0286-D815-E17E72062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E53D25-1436-1D53-E06E-D4B723694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407819-F590-C78A-D78F-78AAD8494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E42858-BB8D-24F1-6408-BA974AC09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30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075579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E7DD-D45A-A0AC-DE0B-7BEF1197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B3D64F-C4AE-A765-A2FA-1599030AD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DAC199E-1CFB-763C-24F7-89A28078E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A89018-9888-FDA7-EABC-505CB774F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31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178986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708E2-6689-9989-C492-0C256AEF6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F66F06-CBCE-8832-9505-4A5E38619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30E226E-71FF-7544-70F2-4329D2AC3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8F59FD-02FB-BF98-4143-011773798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32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99445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0AB6A-4796-AAC8-DCA3-53B8C1DA4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63DCBF2-AFE8-3FEF-BF8C-017793982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0504896-5E15-FDD3-7815-08D096048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3F4007-2413-C4F7-B470-00895ABB1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33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951083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B3BA2-D6B4-9B00-CFA0-82B983542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D69F7B-20EB-CCDC-761E-0DB549C60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AF8F6F-2CF4-B396-4C5D-C99765857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AD7B11-2976-3D08-72C5-687EC2FC5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34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428414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C3422-4DE8-2A1E-A604-2D644667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99F02B-8DC3-9015-CBB3-0AF6ACD55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2E8662-3ECA-1252-0241-59DFF3D6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2C6453-33D4-6122-8917-F4D2DDF76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35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384856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44889-7784-BB55-2B57-2E50E9323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DB6FFC-14EF-BDA7-08EB-8A5BAF7AE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2059CE-9E97-C3D3-A58B-3EB604FF2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C9D487-60FB-6CFC-E51A-8F9D0D12F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36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322608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5CE1-66FC-DBC7-39D9-122D8B280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F07971-416C-6C72-E2F4-DEB4AF8E9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3C65CD-6BF5-F284-A722-2576C4DA6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
---
El </a:t>
            </a:r>
            <a:r>
              <a:rPr lang="es-ES_tradnl" dirty="0" err="1"/>
              <a:t>minarquismo</a:t>
            </a:r>
            <a:r>
              <a:rPr lang="es-ES_tradnl" dirty="0"/>
              <a:t> sostiene que el Estado debe tener funciones muy limitadas, enfocándose principalmente en la protección de derechos individuales y la seguridad, evitando la intervención excesiva en la economía.
Origen de imagen: biblioteca de contenido de Microsoft 365
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137B97-EF3A-A555-9544-B47C3757D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37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132609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F07BB-B0F4-DD68-F228-BD1D6D3E4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6BBE410-A013-1B1B-DFDA-1E6A02EAC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7195B2-1352-9523-4A1F-BBBC27A7F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Analizaremos la evolución del gasto público español utilizando el sistema COFOG para entender sus tendencias y evaluar críticamente cada función desde la óptica minarquista.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FAF6E0-22B7-7963-773E-B90E99C06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38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39748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El análisis desde la perspectiva minarquista y la Escuela Austríaca identifica los riesgos del gasto público excesivo y la importancia de limitar el rol del Estado para promover la libertad económica y la prosperidad sostenible en España.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70AB-AF72-604E-A800-4807FC6CB58A}" type="slidenum">
              <a:rPr lang="es-ES_tradnl" smtClean="0"/>
              <a:t>39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87014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09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688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897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612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49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57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1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894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358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880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075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00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FDF9410-E530-4E71-A2C0-4C24B4896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1F7F3A-D118-8183-CEE0-0C99974CB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234" y="1248614"/>
            <a:ext cx="8686800" cy="3389726"/>
          </a:xfrm>
        </p:spPr>
        <p:txBody>
          <a:bodyPr anchor="ctr">
            <a:normAutofit/>
          </a:bodyPr>
          <a:lstStyle/>
          <a:p>
            <a:r>
              <a:rPr lang="es-ES_tradnl" sz="5400" noProof="0" dirty="0"/>
              <a:t>Análisis de los gastos públicos del estado español de los últimos 30 años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D9D3E4-0287-F967-607D-B9B6A2499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234" y="4339615"/>
            <a:ext cx="8686800" cy="631270"/>
          </a:xfrm>
        </p:spPr>
        <p:txBody>
          <a:bodyPr>
            <a:normAutofit/>
          </a:bodyPr>
          <a:lstStyle/>
          <a:p>
            <a:pPr algn="ctr"/>
            <a:r>
              <a:rPr lang="es-ES_tradnl" noProof="0" dirty="0"/>
              <a:t>UNA MIRADA DESDE LOS principios económicos MINARQUISTAS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268B1E-8861-4702-9529-5A8FB23A6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1094758"/>
            <a:ext cx="86868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6646AE-8FD6-411E-8640-6CCB250D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5124740"/>
            <a:ext cx="86868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4A5C15D-9782-9BAD-6C8C-ED82ADC87125}"/>
              </a:ext>
            </a:extLst>
          </p:cNvPr>
          <p:cNvSpPr txBox="1"/>
          <p:nvPr/>
        </p:nvSpPr>
        <p:spPr>
          <a:xfrm>
            <a:off x="4337174" y="5329651"/>
            <a:ext cx="61018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tabLst>
                <a:tab pos="2700020" algn="ctr"/>
                <a:tab pos="5400040" algn="r"/>
              </a:tabLst>
            </a:pPr>
            <a:r>
              <a:rPr lang="es-ES_tradnl" sz="1800" dirty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Proyecto final</a:t>
            </a:r>
            <a:endParaRPr lang="es-ES" sz="2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buNone/>
              <a:tabLst>
                <a:tab pos="2700020" algn="ctr"/>
                <a:tab pos="5400040" algn="r"/>
              </a:tabLst>
            </a:pPr>
            <a:r>
              <a:rPr lang="es-ES_tradnl" sz="1800" dirty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RAFAEL FONS BIBILONI</a:t>
            </a:r>
            <a:endParaRPr lang="es-ES" sz="2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  <a:tabLst>
                <a:tab pos="2700020" algn="ctr"/>
                <a:tab pos="5400040" algn="r"/>
              </a:tabLst>
            </a:pPr>
            <a:r>
              <a:rPr lang="es-ES_tradnl" sz="800" dirty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ES" sz="2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buNone/>
              <a:tabLst>
                <a:tab pos="2700020" algn="ctr"/>
                <a:tab pos="5400040" algn="r"/>
              </a:tabLst>
            </a:pPr>
            <a:r>
              <a:rPr lang="es-ES_tradnl" sz="1800" dirty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s-ES_tradnl" sz="1800" dirty="0" err="1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Analyst</a:t>
            </a:r>
            <a:r>
              <a:rPr lang="es-ES_tradnl" sz="1800" dirty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IT </a:t>
            </a:r>
            <a:r>
              <a:rPr lang="es-ES_tradnl" sz="1800" dirty="0" err="1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Academy</a:t>
            </a:r>
            <a:r>
              <a:rPr lang="es-ES_tradnl" sz="1800" dirty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Barcelona Activa</a:t>
            </a:r>
            <a:endParaRPr lang="es-ES" sz="2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buNone/>
              <a:tabLst>
                <a:tab pos="2700020" algn="ctr"/>
                <a:tab pos="5400040" algn="r"/>
              </a:tabLst>
            </a:pPr>
            <a:r>
              <a:rPr lang="es-ES_tradnl" sz="1800" dirty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de Diciembre de 2025</a:t>
            </a:r>
            <a:endParaRPr lang="es-ES" sz="2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44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4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367C23-A934-B857-3896-D3A748BB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961" y="1600199"/>
            <a:ext cx="3173482" cy="4297680"/>
          </a:xfrm>
        </p:spPr>
        <p:txBody>
          <a:bodyPr anchor="ctr">
            <a:normAutofit/>
          </a:bodyPr>
          <a:lstStyle/>
          <a:p>
            <a:r>
              <a:rPr lang="es-ES_tradnl" noProof="0" dirty="0"/>
              <a:t>Plan de la Presentación</a:t>
            </a:r>
          </a:p>
        </p:txBody>
      </p:sp>
      <p:cxnSp>
        <p:nvCxnSpPr>
          <p:cNvPr id="20" name="Straight Connector 16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199"/>
            <a:ext cx="0" cy="42976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243DB3-2C89-4F20-4CF6-4F43620978CC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4885150" y="1272449"/>
            <a:ext cx="7012929" cy="4896997"/>
          </a:xfrm>
        </p:spPr>
        <p:txBody>
          <a:bodyPr anchor="ctr">
            <a:norm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s-ES_tradnl" noProof="0" dirty="0"/>
              <a:t>Objetivos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s-ES_tradnl" noProof="0" dirty="0"/>
              <a:t>Bases de datos y herramientas utilizadas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s-ES_tradnl" noProof="0" dirty="0"/>
              <a:t>Descripción del marco conceptual de análisis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s-ES_tradnl" noProof="0" dirty="0"/>
              <a:t>Puntos de partida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s-ES_tradnl" noProof="0" dirty="0"/>
              <a:t>Análisis descriptivo </a:t>
            </a:r>
            <a:r>
              <a:rPr lang="es-ES_tradnl" dirty="0"/>
              <a:t>del gasto </a:t>
            </a:r>
            <a:r>
              <a:rPr lang="es-ES_tradnl" noProof="0" dirty="0"/>
              <a:t>según el </a:t>
            </a:r>
            <a:r>
              <a:rPr lang="es-ES_tradnl" dirty="0"/>
              <a:t>M</a:t>
            </a:r>
            <a:r>
              <a:rPr lang="es-ES_tradnl" noProof="0" dirty="0" err="1"/>
              <a:t>inarquismo</a:t>
            </a:r>
            <a:endParaRPr lang="es-ES_tradnl" noProof="0" dirty="0"/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s-ES_tradnl" dirty="0"/>
              <a:t>Análisis estadístico entre entre el gasto y la economía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s-ES_tradnl" noProof="0" dirty="0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27562192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D9E2ED-FF90-4200-A7EE-6D41D6526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5671" y="644327"/>
            <a:ext cx="9299965" cy="4811366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10000"/>
                </a:schemeClr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 prstMaterial="matte">
            <a:bevelT w="133350" h="50800" prst="divo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BEB8D-68AD-4314-8A2B-F8DC85A53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237" y="967934"/>
            <a:ext cx="8673013" cy="4164964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77C313-6DF9-696B-E976-DDCE7ACBD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anchor="ctr">
            <a:normAutofit/>
          </a:bodyPr>
          <a:lstStyle/>
          <a:p>
            <a:pPr algn="ctr"/>
            <a:r>
              <a:rPr lang="es-ES_tradnl" sz="3500" noProof="0" dirty="0">
                <a:solidFill>
                  <a:schemeClr val="tx2"/>
                </a:solidFill>
              </a:rPr>
              <a:t>1. OBJETIVOS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BE42B18-EEFE-4C02-A8CA-21E67E68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075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13">
            <a:extLst>
              <a:ext uri="{FF2B5EF4-FFF2-40B4-BE49-F238E27FC236}">
                <a16:creationId xmlns:a16="http://schemas.microsoft.com/office/drawing/2014/main" id="{1034510A-DB30-456D-9F45-F70101243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56" name="Picture 115">
            <a:extLst>
              <a:ext uri="{FF2B5EF4-FFF2-40B4-BE49-F238E27FC236}">
                <a16:creationId xmlns:a16="http://schemas.microsoft.com/office/drawing/2014/main" id="{D9E3E4AB-D495-4E09-86D0-3C3F1CD3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57" name="Straight Connector 117">
            <a:extLst>
              <a:ext uri="{FF2B5EF4-FFF2-40B4-BE49-F238E27FC236}">
                <a16:creationId xmlns:a16="http://schemas.microsoft.com/office/drawing/2014/main" id="{59D48945-BEE9-473E-9443-A1CE317E2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19">
            <a:extLst>
              <a:ext uri="{FF2B5EF4-FFF2-40B4-BE49-F238E27FC236}">
                <a16:creationId xmlns:a16="http://schemas.microsoft.com/office/drawing/2014/main" id="{2E8FB920-D5E3-4F09-967F-5DB75441A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59" name="Rectangle 121">
            <a:extLst>
              <a:ext uri="{FF2B5EF4-FFF2-40B4-BE49-F238E27FC236}">
                <a16:creationId xmlns:a16="http://schemas.microsoft.com/office/drawing/2014/main" id="{40914BD6-D576-4B27-A961-F58D083B8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D2B54F-D68C-1D08-64A8-A05E5E2D9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20"/>
            <a:ext cx="5825107" cy="1049235"/>
          </a:xfrm>
        </p:spPr>
        <p:txBody>
          <a:bodyPr vert="horz" lIns="91440" tIns="45720" rIns="91440" bIns="45720" rtlCol="0" anchor="t" anchorCtr="0">
            <a:normAutofit fontScale="90000"/>
          </a:bodyPr>
          <a:lstStyle/>
          <a:p>
            <a:r>
              <a:rPr lang="es-ES_tradnl" sz="3000" noProof="0" dirty="0"/>
              <a:t>1. OBJETIVOS</a:t>
            </a:r>
            <a:br>
              <a:rPr lang="es-ES_tradnl" noProof="0" dirty="0"/>
            </a:br>
            <a:br>
              <a:rPr lang="es-ES_tradnl" noProof="0" dirty="0"/>
            </a:br>
            <a:r>
              <a:rPr lang="es-ES_tradnl" sz="2000" b="1" noProof="0" dirty="0"/>
              <a:t>Intentar responder lo siguiente:</a:t>
            </a:r>
          </a:p>
        </p:txBody>
      </p:sp>
      <p:cxnSp>
        <p:nvCxnSpPr>
          <p:cNvPr id="160" name="Straight Connector 123">
            <a:extLst>
              <a:ext uri="{FF2B5EF4-FFF2-40B4-BE49-F238E27FC236}">
                <a16:creationId xmlns:a16="http://schemas.microsoft.com/office/drawing/2014/main" id="{6588D8C7-75CD-4140-BA5A-DF0EA5715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1" name="Rectangle 125">
            <a:extLst>
              <a:ext uri="{FF2B5EF4-FFF2-40B4-BE49-F238E27FC236}">
                <a16:creationId xmlns:a16="http://schemas.microsoft.com/office/drawing/2014/main" id="{B4E1CA81-E878-4A91-BF30-823AD5BA0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C16215-9A49-2A9F-CBE1-4F2F97937E66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371687" y="2120271"/>
            <a:ext cx="5630248" cy="3278485"/>
          </a:xfrm>
        </p:spPr>
        <p:txBody>
          <a:bodyPr vert="horz" lIns="91440" tIns="45720" rIns="91440" bIns="45720" rtlCol="0">
            <a:noAutofit/>
          </a:bodyPr>
          <a:lstStyle/>
          <a:p>
            <a:pPr lvl="0">
              <a:buClr>
                <a:srgbClr val="5FA534"/>
              </a:buClr>
            </a:pPr>
            <a:r>
              <a:rPr lang="es-ES_tradnl" sz="1500" dirty="0">
                <a:solidFill>
                  <a:prstClr val="black"/>
                </a:solidFill>
              </a:rPr>
              <a:t>¿En qué gasta el estado? ¿Cuáles son sus prioridades?</a:t>
            </a:r>
          </a:p>
          <a:p>
            <a:pPr lvl="0">
              <a:buClr>
                <a:srgbClr val="5FA534"/>
              </a:buClr>
            </a:pPr>
            <a:r>
              <a:rPr lang="es-ES_tradnl" sz="1500" dirty="0">
                <a:solidFill>
                  <a:prstClr val="black"/>
                </a:solidFill>
              </a:rPr>
              <a:t>¿Cuales son las principales funciones y/o motivos que absorben esos gastos?</a:t>
            </a:r>
          </a:p>
          <a:p>
            <a:pPr>
              <a:buClr>
                <a:srgbClr val="5FA534"/>
              </a:buClr>
            </a:pPr>
            <a:r>
              <a:rPr lang="es-ES_tradnl" sz="1500" dirty="0">
                <a:solidFill>
                  <a:prstClr val="black"/>
                </a:solidFill>
              </a:rPr>
              <a:t>¿Hay alguna tendencia en el mediano-largo plazo?</a:t>
            </a:r>
          </a:p>
          <a:p>
            <a:pPr lvl="0">
              <a:buClr>
                <a:srgbClr val="5FA534"/>
              </a:buClr>
            </a:pPr>
            <a:r>
              <a:rPr lang="es-ES_tradnl" sz="1500" dirty="0">
                <a:solidFill>
                  <a:prstClr val="black"/>
                </a:solidFill>
              </a:rPr>
              <a:t>¿Cuánto cuesta el estado al contribuyente?</a:t>
            </a:r>
          </a:p>
          <a:p>
            <a:pPr lvl="0">
              <a:buClr>
                <a:srgbClr val="5FA534"/>
              </a:buClr>
            </a:pPr>
            <a:r>
              <a:rPr lang="es-ES_tradnl" sz="1500" dirty="0">
                <a:solidFill>
                  <a:prstClr val="black"/>
                </a:solidFill>
              </a:rPr>
              <a:t>¿Qué diría un </a:t>
            </a:r>
            <a:r>
              <a:rPr lang="es-ES_tradnl" sz="1500" dirty="0" err="1">
                <a:solidFill>
                  <a:prstClr val="black"/>
                </a:solidFill>
              </a:rPr>
              <a:t>minarquista</a:t>
            </a:r>
            <a:r>
              <a:rPr lang="es-ES_tradnl" sz="1500" dirty="0">
                <a:solidFill>
                  <a:prstClr val="black"/>
                </a:solidFill>
              </a:rPr>
              <a:t> al respecto?</a:t>
            </a:r>
          </a:p>
          <a:p>
            <a:pPr lvl="0">
              <a:buClr>
                <a:srgbClr val="5FA534"/>
              </a:buClr>
            </a:pPr>
            <a:r>
              <a:rPr lang="es-ES_tradnl" sz="1500" dirty="0">
                <a:solidFill>
                  <a:prstClr val="black"/>
                </a:solidFill>
              </a:rPr>
              <a:t>¿Hay alguna relación entre el gasto público y la </a:t>
            </a:r>
            <a:r>
              <a:rPr lang="es-ES_tradnl" sz="1500" dirty="0" err="1">
                <a:solidFill>
                  <a:prstClr val="black"/>
                </a:solidFill>
              </a:rPr>
              <a:t>perfomance</a:t>
            </a:r>
            <a:r>
              <a:rPr lang="es-ES_tradnl" sz="1500" dirty="0">
                <a:solidFill>
                  <a:prstClr val="black"/>
                </a:solidFill>
              </a:rPr>
              <a:t> de la economía y bienestar de sus ciudadanos? </a:t>
            </a:r>
          </a:p>
        </p:txBody>
      </p:sp>
      <p:grpSp>
        <p:nvGrpSpPr>
          <p:cNvPr id="162" name="Group 127">
            <a:extLst>
              <a:ext uri="{FF2B5EF4-FFF2-40B4-BE49-F238E27FC236}">
                <a16:creationId xmlns:a16="http://schemas.microsoft.com/office/drawing/2014/main" id="{2B3ECA81-4891-4DFE-AE06-30D5541C7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77388" y="482171"/>
            <a:ext cx="4074533" cy="5149101"/>
            <a:chOff x="7477388" y="482171"/>
            <a:chExt cx="4074533" cy="5149101"/>
          </a:xfrm>
        </p:grpSpPr>
        <p:sp>
          <p:nvSpPr>
            <p:cNvPr id="163" name="Rectangle 128">
              <a:extLst>
                <a:ext uri="{FF2B5EF4-FFF2-40B4-BE49-F238E27FC236}">
                  <a16:creationId xmlns:a16="http://schemas.microsoft.com/office/drawing/2014/main" id="{B0346818-3837-4FCD-8757-E7126B680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77388" y="482171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64" name="Rectangle 129">
              <a:extLst>
                <a:ext uri="{FF2B5EF4-FFF2-40B4-BE49-F238E27FC236}">
                  <a16:creationId xmlns:a16="http://schemas.microsoft.com/office/drawing/2014/main" id="{45525097-32E2-4474-B41F-8CCBF88B3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47" y="812507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pic>
        <p:nvPicPr>
          <p:cNvPr id="165" name="Picture 131">
            <a:extLst>
              <a:ext uri="{FF2B5EF4-FFF2-40B4-BE49-F238E27FC236}">
                <a16:creationId xmlns:a16="http://schemas.microsoft.com/office/drawing/2014/main" id="{85FBBCCA-7B19-4400-A846-38886F0E5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AE310B7-A32E-4E21-9CF1-EBF3F8AC7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F81691E4-4BD0-3B6F-0E73-7F3603E7B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199" y="1042790"/>
            <a:ext cx="2924909" cy="397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814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D9E2ED-FF90-4200-A7EE-6D41D6526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5671" y="644327"/>
            <a:ext cx="9299965" cy="4811366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10000"/>
                </a:schemeClr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 prstMaterial="matte">
            <a:bevelT w="133350" h="50800" prst="divo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BEB8D-68AD-4314-8A2B-F8DC85A53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237" y="967934"/>
            <a:ext cx="8673013" cy="4164964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AC2805-7779-0A13-9840-9828912EE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s-ES_tradnl" sz="3500" dirty="0">
                <a:solidFill>
                  <a:schemeClr val="tx2"/>
                </a:solidFill>
              </a:rPr>
              <a:t>2. BASES DE DATOS Y HERRAMIENTAS UTILIZADAS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BE42B18-EEFE-4C02-A8CA-21E67E68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866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B56CED6-ACD4-43B1-BE53-1B579E8C6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451061-F85B-40DB-92DA-1FD61C70C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836F1-51D4-4090-8E0D-97877F036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A01027E-B10F-4212-8A7C-18D371461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568A54B-9065-40B2-8753-8E0288E82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3CB667-7126-9497-1AEE-3696A6F2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781" y="804520"/>
            <a:ext cx="8588934" cy="104923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s-ES_tradnl" sz="3000" dirty="0"/>
              <a:t>2. BASES DE DATOS Y HERRAMIENTAS UTILIZADAS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15F3B72-790F-4B1A-90DE-5EC31C829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2BED43D-FF5E-4233-9D4F-A509B5603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4DF0D3-0D47-0369-A153-DDF2A302070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534695" y="2015732"/>
            <a:ext cx="5623487" cy="3547758"/>
          </a:xfrm>
        </p:spPr>
        <p:txBody>
          <a:bodyPr>
            <a:norm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es-ES_tradnl" sz="1400" b="1" dirty="0"/>
              <a:t>Bases de datos:</a:t>
            </a:r>
          </a:p>
          <a:p>
            <a:pPr marL="457200" lvl="2" indent="0">
              <a:spcBef>
                <a:spcPts val="0"/>
              </a:spcBef>
            </a:pPr>
            <a:r>
              <a:rPr lang="es-ES_tradnl" sz="1400" dirty="0"/>
              <a:t> COFOG</a:t>
            </a:r>
          </a:p>
          <a:p>
            <a:pPr marL="457200" lvl="2" indent="0">
              <a:spcBef>
                <a:spcPts val="0"/>
              </a:spcBef>
            </a:pPr>
            <a:r>
              <a:rPr lang="es-ES_tradnl" sz="1400" dirty="0"/>
              <a:t> Hacienda (29 filas x 83 columnas x 29 años = 69.000 registros crudos) -&gt; </a:t>
            </a:r>
            <a:r>
              <a:rPr lang="es-ES_tradnl" sz="1400" dirty="0" err="1"/>
              <a:t>aprox</a:t>
            </a:r>
            <a:r>
              <a:rPr lang="es-ES_tradnl" sz="1400" dirty="0"/>
              <a:t> 26.000 registros útiles</a:t>
            </a:r>
          </a:p>
          <a:p>
            <a:pPr marL="457200" lvl="2" indent="0">
              <a:spcBef>
                <a:spcPts val="0"/>
              </a:spcBef>
            </a:pPr>
            <a:r>
              <a:rPr lang="es-ES_tradnl" sz="1400" dirty="0"/>
              <a:t> INE</a:t>
            </a:r>
          </a:p>
          <a:p>
            <a:pPr marL="457200" lvl="2" indent="0">
              <a:spcBef>
                <a:spcPts val="0"/>
              </a:spcBef>
            </a:pPr>
            <a:r>
              <a:rPr lang="es-ES_tradnl" sz="1400" dirty="0"/>
              <a:t> FMI</a:t>
            </a:r>
          </a:p>
          <a:p>
            <a:pPr marL="457200" lvl="2" indent="0">
              <a:spcBef>
                <a:spcPts val="0"/>
              </a:spcBef>
            </a:pPr>
            <a:r>
              <a:rPr lang="es-ES_tradnl" sz="1400" dirty="0"/>
              <a:t> </a:t>
            </a:r>
            <a:r>
              <a:rPr lang="es-ES_tradnl" sz="1400" dirty="0" err="1"/>
              <a:t>DatosMacro</a:t>
            </a:r>
            <a:endParaRPr lang="es-ES_tradnl" sz="1400" dirty="0"/>
          </a:p>
          <a:p>
            <a:pPr marL="457200" lvl="2" indent="0">
              <a:spcBef>
                <a:spcPts val="0"/>
              </a:spcBef>
            </a:pPr>
            <a:r>
              <a:rPr lang="es-ES_tradnl" sz="1400" dirty="0"/>
              <a:t> Fuentes varias de internet (completar datos antiguos)</a:t>
            </a:r>
          </a:p>
          <a:p>
            <a:pPr marL="457200" lvl="2" indent="0">
              <a:spcBef>
                <a:spcPts val="0"/>
              </a:spcBef>
            </a:pPr>
            <a:endParaRPr lang="es-ES_tradnl" sz="1400" dirty="0"/>
          </a:p>
          <a:p>
            <a:pPr marL="0" lvl="1" indent="0">
              <a:spcBef>
                <a:spcPts val="0"/>
              </a:spcBef>
              <a:buNone/>
            </a:pPr>
            <a:r>
              <a:rPr lang="es-ES_tradnl" sz="1400" b="1" dirty="0"/>
              <a:t>Herramientas:</a:t>
            </a:r>
          </a:p>
          <a:p>
            <a:pPr marL="444500" lvl="1" indent="0">
              <a:spcBef>
                <a:spcPts val="0"/>
              </a:spcBef>
            </a:pPr>
            <a:r>
              <a:rPr lang="es-ES_tradnl" sz="1400" dirty="0"/>
              <a:t> Excel</a:t>
            </a:r>
          </a:p>
          <a:p>
            <a:pPr marL="444500" lvl="1" indent="0">
              <a:spcBef>
                <a:spcPts val="0"/>
              </a:spcBef>
            </a:pPr>
            <a:r>
              <a:rPr lang="es-ES_tradnl" sz="1400" dirty="0"/>
              <a:t> Python (</a:t>
            </a:r>
            <a:r>
              <a:rPr lang="es-ES_tradnl" sz="1400" dirty="0" err="1"/>
              <a:t>plotly</a:t>
            </a:r>
            <a:r>
              <a:rPr lang="es-ES_tradnl" sz="1400" dirty="0"/>
              <a:t> y librerías estadísticas)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s-ES_tradnl" sz="1400" noProof="0" dirty="0"/>
          </a:p>
        </p:txBody>
      </p:sp>
      <p:pic>
        <p:nvPicPr>
          <p:cNvPr id="5" name="Marcador de contenido 4" descr="Concepto digital abstracto que muestra la optimización de la seguridad de redes y la tecnología de internet  ">
            <a:extLst>
              <a:ext uri="{FF2B5EF4-FFF2-40B4-BE49-F238E27FC236}">
                <a16:creationId xmlns:a16="http://schemas.microsoft.com/office/drawing/2014/main" id="{60ADB5B9-A8CF-4FF1-8144-E479DBF621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7060018" y="1754120"/>
            <a:ext cx="4517901" cy="38093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51D0F8B-A6FE-4009-88A1-49ABE7CEF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C5057B3-E936-43A2-9EEE-514EF0434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7242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D9E2ED-FF90-4200-A7EE-6D41D6526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5671" y="644327"/>
            <a:ext cx="9299965" cy="4811366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10000"/>
                </a:schemeClr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 prstMaterial="matte">
            <a:bevelT w="133350" h="50800" prst="divo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BEB8D-68AD-4314-8A2B-F8DC85A53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237" y="967934"/>
            <a:ext cx="8673013" cy="4164964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E5CBF5-5340-EF31-6EB5-26C428FEE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s-ES_tradnl" sz="3500" dirty="0">
                <a:solidFill>
                  <a:schemeClr val="tx2"/>
                </a:solidFill>
              </a:rPr>
              <a:t>3. DESCRIPCIÓN DEL MARCO CONCEPTUAL DE ANÁLISIS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BE42B18-EEFE-4C02-A8CA-21E67E68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710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948FE-86EE-37FE-AE6D-527195C0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AEAF1B-599E-2C9C-110A-1DEC5E64D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242D8B-B740-219A-449E-C78238D21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3E64B7-7C12-E1EE-A712-40B8A69EF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4A9D10-F23A-F5BF-42C0-C98F03000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D3D4D3D-56E6-E3F3-A157-6A32C106F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E87A41-54AC-730E-F881-C43775355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780" y="804520"/>
            <a:ext cx="9982299" cy="1427051"/>
          </a:xfrm>
        </p:spPr>
        <p:txBody>
          <a:bodyPr vert="horz" lIns="91440" tIns="45720" rIns="91440" bIns="45720" rtlCol="0" anchor="t" anchorCtr="0">
            <a:normAutofit fontScale="90000"/>
          </a:bodyPr>
          <a:lstStyle/>
          <a:p>
            <a:r>
              <a:rPr lang="es-ES_tradnl" sz="3000" dirty="0"/>
              <a:t>3. DESCRIPCIÓN DEL MARCO CONCEPTUAL DE ANÁLISIS</a:t>
            </a:r>
            <a:br>
              <a:rPr lang="es-ES_tradnl" sz="3000" dirty="0"/>
            </a:br>
            <a:br>
              <a:rPr lang="es-ES_tradnl" sz="3000" dirty="0"/>
            </a:br>
            <a:r>
              <a:rPr lang="es-ES_tradnl" sz="2000" b="1" dirty="0"/>
              <a:t>Pilares del pensamiento </a:t>
            </a:r>
            <a:r>
              <a:rPr lang="es-ES_tradnl" sz="2000" b="1" dirty="0" err="1"/>
              <a:t>Minarquista</a:t>
            </a:r>
            <a:r>
              <a:rPr lang="es-ES_tradnl" sz="2000" b="1" dirty="0"/>
              <a:t> sobre el Estado</a:t>
            </a:r>
            <a:endParaRPr lang="es-ES_tradnl" sz="30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9A815A-1A8A-B58E-7397-FCDF47296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1FD1D9E-357E-419E-1E3D-0A705DC6E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4CDFBF-A7F9-395A-FFFB-42B75E72FC4E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186543" y="2204140"/>
            <a:ext cx="5910333" cy="3517296"/>
          </a:xfrm>
        </p:spPr>
        <p:txBody>
          <a:bodyPr>
            <a:noAutofit/>
          </a:bodyPr>
          <a:lstStyle/>
          <a:p>
            <a:r>
              <a:rPr lang="es-ES" sz="1400" b="1" dirty="0"/>
              <a:t>1) Es ineficiente en la asignación de recursos</a:t>
            </a:r>
          </a:p>
          <a:p>
            <a:pPr marL="0" indent="0">
              <a:buNone/>
            </a:pPr>
            <a:r>
              <a:rPr lang="es-ES" sz="1400" dirty="0"/>
              <a:t>       			Matriz de gastos -----------------------</a:t>
            </a:r>
            <a:r>
              <a:rPr lang="es-ES" sz="1400" dirty="0">
                <a:sym typeface="Wingdings" pitchFamily="2" charset="2"/>
              </a:rPr>
              <a:t></a:t>
            </a: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r>
              <a:rPr lang="es-ES" sz="1400" b="1" dirty="0"/>
              <a:t>2) Viola la restricción presupuestaria</a:t>
            </a:r>
          </a:p>
          <a:p>
            <a:pPr marL="0" indent="0">
              <a:buNone/>
            </a:pPr>
            <a:r>
              <a:rPr lang="es-ES" sz="1400" dirty="0"/>
              <a:t>      (el mito del multiplicador de Keynes)</a:t>
            </a:r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r>
              <a:rPr lang="es-ES" sz="1400" b="1" dirty="0"/>
              <a:t>3) Su intervención genera distorsiones negativas </a:t>
            </a:r>
            <a:r>
              <a:rPr lang="es-ES" sz="1400" dirty="0"/>
              <a:t>					Curva de </a:t>
            </a:r>
            <a:r>
              <a:rPr lang="es-ES" sz="1400" dirty="0" err="1"/>
              <a:t>Laffer</a:t>
            </a:r>
            <a:r>
              <a:rPr lang="es-ES" sz="1400" dirty="0"/>
              <a:t> ----------------------</a:t>
            </a:r>
            <a:r>
              <a:rPr lang="es-ES" sz="1400" dirty="0">
                <a:sym typeface="Wingdings" pitchFamily="2" charset="2"/>
              </a:rPr>
              <a:t></a:t>
            </a:r>
            <a:endParaRPr lang="es-ES_tradnl" sz="1400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6E5FEA4-7B0B-6149-8032-1F735AA76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507435-0CEA-72E8-09B6-10AA60328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1382695-20D7-9B1C-10E8-179C57C0B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552087"/>
              </p:ext>
            </p:extLst>
          </p:nvPr>
        </p:nvGraphicFramePr>
        <p:xfrm>
          <a:off x="7565571" y="2231571"/>
          <a:ext cx="4201886" cy="1434468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480458">
                  <a:extLst>
                    <a:ext uri="{9D8B030D-6E8A-4147-A177-3AD203B41FA5}">
                      <a16:colId xmlns:a16="http://schemas.microsoft.com/office/drawing/2014/main" val="1779989213"/>
                    </a:ext>
                  </a:extLst>
                </a:gridCol>
                <a:gridCol w="1376213">
                  <a:extLst>
                    <a:ext uri="{9D8B030D-6E8A-4147-A177-3AD203B41FA5}">
                      <a16:colId xmlns:a16="http://schemas.microsoft.com/office/drawing/2014/main" val="3526339102"/>
                    </a:ext>
                  </a:extLst>
                </a:gridCol>
                <a:gridCol w="1345215">
                  <a:extLst>
                    <a:ext uri="{9D8B030D-6E8A-4147-A177-3AD203B41FA5}">
                      <a16:colId xmlns:a16="http://schemas.microsoft.com/office/drawing/2014/main" val="717670637"/>
                    </a:ext>
                  </a:extLst>
                </a:gridCol>
              </a:tblGrid>
              <a:tr h="431208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s-ES" sz="10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000" b="1" dirty="0">
                          <a:solidFill>
                            <a:srgbClr val="1F1F1F"/>
                          </a:solidFill>
                          <a:effectLst/>
                        </a:rPr>
                        <a:t>Destino del Gasto:  EN MI</a:t>
                      </a:r>
                      <a:endParaRPr lang="es-ES" sz="10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000" b="1" dirty="0">
                          <a:solidFill>
                            <a:srgbClr val="1F1F1F"/>
                          </a:solidFill>
                          <a:effectLst/>
                        </a:rPr>
                        <a:t>Destino del Gasto: EN OTROS</a:t>
                      </a:r>
                      <a:endParaRPr lang="es-ES" sz="10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22184827"/>
                  </a:ext>
                </a:extLst>
              </a:tr>
              <a:tr h="4312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dirty="0">
                          <a:solidFill>
                            <a:srgbClr val="1F1F1F"/>
                          </a:solidFill>
                          <a:effectLst/>
                        </a:rPr>
                        <a:t>Origen del Dinero: DINERO PROPIO</a:t>
                      </a:r>
                      <a:endParaRPr lang="es-ES" sz="10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000" b="0" dirty="0" err="1">
                          <a:solidFill>
                            <a:srgbClr val="1F1F1F"/>
                          </a:solidFill>
                          <a:effectLst/>
                        </a:rPr>
                        <a:t>Ej</a:t>
                      </a:r>
                      <a:r>
                        <a:rPr lang="es-ES" sz="1000" b="0" dirty="0">
                          <a:solidFill>
                            <a:srgbClr val="1F1F1F"/>
                          </a:solidFill>
                          <a:effectLst/>
                        </a:rPr>
                        <a:t>: compra de un ordenador</a:t>
                      </a:r>
                      <a:endParaRPr lang="es-ES" sz="10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000" b="0" dirty="0" err="1">
                          <a:solidFill>
                            <a:srgbClr val="1F1F1F"/>
                          </a:solidFill>
                          <a:effectLst/>
                        </a:rPr>
                        <a:t>Ej</a:t>
                      </a:r>
                      <a:r>
                        <a:rPr lang="es-ES" sz="1000" b="0" dirty="0">
                          <a:solidFill>
                            <a:srgbClr val="1F1F1F"/>
                          </a:solidFill>
                          <a:effectLst/>
                        </a:rPr>
                        <a:t>: cuando regalo algo a un amigo</a:t>
                      </a:r>
                      <a:endParaRPr lang="es-ES" sz="1000" b="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62226798"/>
                  </a:ext>
                </a:extLst>
              </a:tr>
              <a:tr h="5200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000" b="1" dirty="0">
                          <a:solidFill>
                            <a:srgbClr val="1F1F1F"/>
                          </a:solidFill>
                          <a:effectLst/>
                        </a:rPr>
                        <a:t>Origen del Dinero: DINERO DE OTROS</a:t>
                      </a:r>
                      <a:endParaRPr lang="es-ES" sz="10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000" b="0" dirty="0" err="1">
                          <a:solidFill>
                            <a:srgbClr val="1F1F1F"/>
                          </a:solidFill>
                          <a:effectLst/>
                        </a:rPr>
                        <a:t>Ej</a:t>
                      </a:r>
                      <a:r>
                        <a:rPr lang="es-ES" sz="1000" b="0" dirty="0">
                          <a:solidFill>
                            <a:srgbClr val="1F1F1F"/>
                          </a:solidFill>
                          <a:effectLst/>
                        </a:rPr>
                        <a:t>: viaje negocios con la empresa</a:t>
                      </a:r>
                      <a:endParaRPr lang="es-ES" sz="1000" b="0" kern="1200" dirty="0">
                        <a:solidFill>
                          <a:srgbClr val="1F1F1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dirty="0" err="1">
                          <a:solidFill>
                            <a:srgbClr val="1F1F1F"/>
                          </a:solidFill>
                          <a:effectLst/>
                        </a:rPr>
                        <a:t>Ej</a:t>
                      </a:r>
                      <a:r>
                        <a:rPr lang="es-ES" sz="1000" b="0" dirty="0">
                          <a:solidFill>
                            <a:srgbClr val="1F1F1F"/>
                          </a:solidFill>
                          <a:effectLst/>
                        </a:rPr>
                        <a:t>: estado</a:t>
                      </a:r>
                      <a:endParaRPr lang="es-ES" sz="1000" b="0" kern="1200" dirty="0">
                        <a:solidFill>
                          <a:srgbClr val="1F1F1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21263379"/>
                  </a:ext>
                </a:extLst>
              </a:tr>
            </a:tbl>
          </a:graphicData>
        </a:graphic>
      </p:graphicFrame>
      <p:grpSp>
        <p:nvGrpSpPr>
          <p:cNvPr id="27" name="Grupo 26">
            <a:extLst>
              <a:ext uri="{FF2B5EF4-FFF2-40B4-BE49-F238E27FC236}">
                <a16:creationId xmlns:a16="http://schemas.microsoft.com/office/drawing/2014/main" id="{F154A92A-C757-22A8-A5B4-1586A9FEAEF9}"/>
              </a:ext>
            </a:extLst>
          </p:cNvPr>
          <p:cNvGrpSpPr/>
          <p:nvPr/>
        </p:nvGrpSpPr>
        <p:grpSpPr>
          <a:xfrm>
            <a:off x="7060303" y="1709193"/>
            <a:ext cx="5146542" cy="2355481"/>
            <a:chOff x="7060303" y="1709193"/>
            <a:chExt cx="5146542" cy="2355481"/>
          </a:xfrm>
        </p:grpSpPr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D6DDCB45-0EAD-0EAA-1033-E2CE525ED4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3531" y="2097314"/>
              <a:ext cx="0" cy="1600073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9647FB52-D386-F2B0-3F99-04133EA1369A}"/>
                </a:ext>
              </a:extLst>
            </p:cNvPr>
            <p:cNvCxnSpPr/>
            <p:nvPr/>
          </p:nvCxnSpPr>
          <p:spPr>
            <a:xfrm flipH="1">
              <a:off x="7445113" y="2015732"/>
              <a:ext cx="4223545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9AD2CA8-F243-BC9E-0E53-7387CB0D2FED}"/>
                </a:ext>
              </a:extLst>
            </p:cNvPr>
            <p:cNvSpPr txBox="1"/>
            <p:nvPr/>
          </p:nvSpPr>
          <p:spPr>
            <a:xfrm>
              <a:off x="7393106" y="1733942"/>
              <a:ext cx="17779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200" b="1" dirty="0"/>
                <a:t>&gt; mayor eficiencia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79D11471-8368-DFB6-6E0C-D1FD8E9A7949}"/>
                </a:ext>
              </a:extLst>
            </p:cNvPr>
            <p:cNvSpPr txBox="1"/>
            <p:nvPr/>
          </p:nvSpPr>
          <p:spPr>
            <a:xfrm rot="16200000">
              <a:off x="6386070" y="2383426"/>
              <a:ext cx="16254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200" b="1" dirty="0"/>
                <a:t>&gt; mayor ahorro</a:t>
              </a:r>
            </a:p>
          </p:txBody>
        </p: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F8444564-2830-72A1-1D7F-8069FF0D3B19}"/>
                </a:ext>
              </a:extLst>
            </p:cNvPr>
            <p:cNvCxnSpPr/>
            <p:nvPr/>
          </p:nvCxnSpPr>
          <p:spPr>
            <a:xfrm flipH="1">
              <a:off x="7565571" y="3808249"/>
              <a:ext cx="4223545" cy="0"/>
            </a:xfrm>
            <a:prstGeom prst="straightConnector1">
              <a:avLst/>
            </a:prstGeom>
            <a:ln w="25400">
              <a:headEnd type="triangle"/>
              <a:tailEnd type="non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125C7657-94BE-0717-BA46-3B1E4B27DFB0}"/>
                </a:ext>
              </a:extLst>
            </p:cNvPr>
            <p:cNvSpPr txBox="1"/>
            <p:nvPr/>
          </p:nvSpPr>
          <p:spPr>
            <a:xfrm>
              <a:off x="10388595" y="3787675"/>
              <a:ext cx="17126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200" b="1" dirty="0"/>
                <a:t>&lt; menor eficiencia</a:t>
              </a:r>
            </a:p>
          </p:txBody>
        </p: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6DD6295F-97FE-F3D6-B691-029BD9556F33}"/>
                </a:ext>
              </a:extLst>
            </p:cNvPr>
            <p:cNvCxnSpPr/>
            <p:nvPr/>
          </p:nvCxnSpPr>
          <p:spPr>
            <a:xfrm flipV="1">
              <a:off x="11908363" y="2231571"/>
              <a:ext cx="0" cy="1465816"/>
            </a:xfrm>
            <a:prstGeom prst="straightConnector1">
              <a:avLst/>
            </a:prstGeom>
            <a:ln w="25400">
              <a:headEnd type="arrow"/>
              <a:tailEnd type="non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6EC370AF-EB36-19B8-F4DE-4322BC0D7684}"/>
                </a:ext>
              </a:extLst>
            </p:cNvPr>
            <p:cNvSpPr txBox="1"/>
            <p:nvPr/>
          </p:nvSpPr>
          <p:spPr>
            <a:xfrm rot="5400000">
              <a:off x="11351112" y="3091425"/>
              <a:ext cx="1434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200" b="1" dirty="0"/>
                <a:t>&lt; menor ahorro</a:t>
              </a:r>
            </a:p>
          </p:txBody>
        </p:sp>
      </p:grpSp>
      <p:pic>
        <p:nvPicPr>
          <p:cNvPr id="25" name="Imagen 24">
            <a:extLst>
              <a:ext uri="{FF2B5EF4-FFF2-40B4-BE49-F238E27FC236}">
                <a16:creationId xmlns:a16="http://schemas.microsoft.com/office/drawing/2014/main" id="{8830DEFD-9A62-FCC6-F53F-14008B32B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302" y="4264080"/>
            <a:ext cx="2676014" cy="248916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CCB6E6D4-05F6-1E39-5BF8-57AFF270B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125" y="3544028"/>
            <a:ext cx="1601935" cy="121242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56FE2D9A-8FEB-0CF2-B339-4A3A761EF6B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817821" y="6254473"/>
            <a:ext cx="4647776" cy="47647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  <a:effectLst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cap="none" baseline="0">
                <a:effectLst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effectLst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cap="none" baseline="0">
                <a:effectLst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9pPr>
          </a:lstStyle>
          <a:p>
            <a:pPr algn="ctr"/>
            <a:r>
              <a:rPr lang="es-ES" sz="2400" dirty="0"/>
              <a:t>Menor estado, es más libertad</a:t>
            </a:r>
          </a:p>
        </p:txBody>
      </p:sp>
    </p:spTree>
    <p:extLst>
      <p:ext uri="{BB962C8B-B14F-4D97-AF65-F5344CB8AC3E}">
        <p14:creationId xmlns:p14="http://schemas.microsoft.com/office/powerpoint/2010/main" val="26450932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8B9AD-6656-2F0A-4E90-E178297B5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D9E2ED-FF90-4200-A7EE-6D41D6526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5671" y="644327"/>
            <a:ext cx="9299965" cy="4811366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10000"/>
                </a:schemeClr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 prstMaterial="matte">
            <a:bevelT w="133350" h="50800" prst="divo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BEB8D-68AD-4314-8A2B-F8DC85A53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237" y="967934"/>
            <a:ext cx="8673013" cy="4164964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883A36-D4E8-393C-E410-DC1AED77C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s-ES_tradnl" sz="3500" dirty="0">
                <a:solidFill>
                  <a:schemeClr val="tx2"/>
                </a:solidFill>
              </a:rPr>
              <a:t>4. PUNTOS DE PARTIDA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BE42B18-EEFE-4C02-A8CA-21E67E68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5859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BA281-E0E2-AB42-64FF-38761B4B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C350F1-E16F-44E9-6B6F-665089EC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D391B9-76AA-9AB1-84C0-A32164BD5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E7B4C3-E82A-5698-59FB-2D3F5849F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021B3B-DF45-A4F7-10B6-53F6AD7C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6DC8BF4-79E3-4FE2-0687-892D04F18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510082-1820-CC31-114E-EE347D56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6783B4D-40E8-E559-C3A7-FDE6BB991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1FE66B2-5CDE-4FF0-11A6-DF82B37FA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1E0318E-29D5-098A-BE83-52253F8E7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3170DA10-CB7A-3719-937B-4F4CDBD99D6B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65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</a:t>
            </a:r>
            <a:r>
              <a:rPr lang="es-ES_tradnl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PUNTOS DE PARTIDA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Ajuste por inflación</a:t>
            </a:r>
            <a:endParaRPr lang="es-ES_tradnl" sz="3000" dirty="0"/>
          </a:p>
        </p:txBody>
      </p:sp>
      <p:sp>
        <p:nvSpPr>
          <p:cNvPr id="23" name="Marcador de contenido 3">
            <a:extLst>
              <a:ext uri="{FF2B5EF4-FFF2-40B4-BE49-F238E27FC236}">
                <a16:creationId xmlns:a16="http://schemas.microsoft.com/office/drawing/2014/main" id="{D75E06EC-F715-2971-A14C-8E2900F52FDF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474029" y="6263906"/>
            <a:ext cx="7421394" cy="52993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La inflación es siempre un fenómeno monetario. Es consecuencia exclusiva de la emisión monetaria del Estado (ya sea financiar deuda, déficit o señoraje sin control)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521E518-A258-5146-8156-AAC9461EB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78" y="1893532"/>
            <a:ext cx="11924142" cy="4118829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66849AC0-6588-C40E-C59E-EB2836417BC9}"/>
              </a:ext>
            </a:extLst>
          </p:cNvPr>
          <p:cNvSpPr/>
          <p:nvPr/>
        </p:nvSpPr>
        <p:spPr>
          <a:xfrm rot="21036443">
            <a:off x="9485698" y="3869487"/>
            <a:ext cx="2409725" cy="834984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74423E-25DC-FC44-F0B8-E6941F22BCF4}"/>
              </a:ext>
            </a:extLst>
          </p:cNvPr>
          <p:cNvSpPr txBox="1"/>
          <p:nvPr/>
        </p:nvSpPr>
        <p:spPr>
          <a:xfrm>
            <a:off x="9697386" y="4187407"/>
            <a:ext cx="1927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latin typeface="Arial" panose="020B0604020202020204" pitchFamily="34" charset="0"/>
                <a:cs typeface="Arial" panose="020B0604020202020204" pitchFamily="34" charset="0"/>
              </a:rPr>
              <a:t>IPC </a:t>
            </a:r>
            <a:r>
              <a:rPr lang="es-ES_tradnl" sz="1400" dirty="0" err="1">
                <a:latin typeface="Arial" panose="020B0604020202020204" pitchFamily="34" charset="0"/>
                <a:cs typeface="Arial" panose="020B0604020202020204" pitchFamily="34" charset="0"/>
              </a:rPr>
              <a:t>acum</a:t>
            </a:r>
            <a:r>
              <a:rPr lang="es-ES_tradnl" sz="1400" dirty="0">
                <a:latin typeface="Arial" panose="020B0604020202020204" pitchFamily="34" charset="0"/>
                <a:cs typeface="Arial" panose="020B0604020202020204" pitchFamily="34" charset="0"/>
              </a:rPr>
              <a:t> aprox. 99%</a:t>
            </a:r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9536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" grpId="0" animBg="1"/>
      <p:bldP spid="4" grpId="1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6C5B8-7FD3-894F-3FF4-537846A1B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AC1D6-2B8F-7EC3-0D37-815F909A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EF1CE4-1368-04D5-CBBB-7BFEED7CB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A5F387-9628-6969-BB3D-DBC07FF59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6B0ED0-C908-D216-2614-403851327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67E516D-8231-2F2B-5AA2-FBCF1AC4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2562A7C-5016-5EE8-F9B9-696899F0B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6993223-0AC1-2C44-4177-43985A3DC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D0155E0-64F2-CE46-CAAD-40B1D213D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D405F1-45C4-ED6B-61A8-FC4D775CD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52286C2F-BF58-B476-1F04-342398DF2537}"/>
              </a:ext>
            </a:extLst>
          </p:cNvPr>
          <p:cNvSpPr txBox="1">
            <a:spLocks/>
          </p:cNvSpPr>
          <p:nvPr/>
        </p:nvSpPr>
        <p:spPr>
          <a:xfrm>
            <a:off x="1502039" y="804520"/>
            <a:ext cx="10701874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</a:t>
            </a:r>
            <a:r>
              <a:rPr lang="es-ES_tradnl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PUNTOS DE PARTIDA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Relación PIB vs Gasto</a:t>
            </a:r>
            <a:endParaRPr lang="es-ES_tradnl" sz="3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1C28414-E0E8-7C11-F928-C35C3DFDD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39" y="1899112"/>
            <a:ext cx="10624759" cy="4212429"/>
          </a:xfrm>
          <a:prstGeom prst="rect">
            <a:avLst/>
          </a:prstGeom>
        </p:spPr>
      </p:pic>
      <p:sp>
        <p:nvSpPr>
          <p:cNvPr id="23" name="Marcador de contenido 3">
            <a:extLst>
              <a:ext uri="{FF2B5EF4-FFF2-40B4-BE49-F238E27FC236}">
                <a16:creationId xmlns:a16="http://schemas.microsoft.com/office/drawing/2014/main" id="{7BDDFC60-6BDC-F44C-1986-3701129B7DBC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427554" y="6094097"/>
            <a:ext cx="7421394" cy="322992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  <a:effectLst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cap="none" baseline="0">
                <a:effectLst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effectLst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cap="none" baseline="0">
                <a:effectLst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9pPr>
          </a:lstStyle>
          <a:p>
            <a:r>
              <a:rPr lang="es-ES" dirty="0"/>
              <a:t>El gasto publico estuvo entre el 39% y el 51% del PIB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2AF3648-E45A-920D-D4CC-91E230FFBFCB}"/>
              </a:ext>
            </a:extLst>
          </p:cNvPr>
          <p:cNvSpPr/>
          <p:nvPr/>
        </p:nvSpPr>
        <p:spPr>
          <a:xfrm>
            <a:off x="9470572" y="2476221"/>
            <a:ext cx="849087" cy="1428273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2BA0FF5A-40D6-8939-695A-F0FF4167A4AF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427554" y="6469615"/>
            <a:ext cx="7421394" cy="322992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El año de pandemia 2020, se descartará por su comportamiento “extraordinario.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CB676E0-9BD2-11D4-A950-54E2DBB86BC8}"/>
              </a:ext>
            </a:extLst>
          </p:cNvPr>
          <p:cNvSpPr/>
          <p:nvPr/>
        </p:nvSpPr>
        <p:spPr>
          <a:xfrm rot="5577629">
            <a:off x="9672069" y="3997235"/>
            <a:ext cx="588728" cy="2470274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918964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" grpId="0" animBg="1"/>
      <p:bldP spid="5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4D243-0EC4-4E35-BF09-B3DFA540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0D1EA9-1678-5732-E98D-25C256C7F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9452C9-4089-0BD4-1F59-09A61E47A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D83D91-A7D6-45BF-BE3B-B11894336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9DFF28-BE12-DF3C-BA81-B40404A6A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139D194-2292-E9D3-FBE6-71F0333EC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E0021C-5F3A-0E6C-2621-56CC77219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73BADA1-A89A-9641-8D0A-147859F30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55CDEA0-FBD8-4F38-173A-945E51A2B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BCCA379-49E4-E32A-64D8-0F1A29DAB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1CA2A352-9C5F-02E8-C011-12BB98802F44}"/>
              </a:ext>
            </a:extLst>
          </p:cNvPr>
          <p:cNvSpPr txBox="1">
            <a:spLocks/>
          </p:cNvSpPr>
          <p:nvPr/>
        </p:nvSpPr>
        <p:spPr>
          <a:xfrm>
            <a:off x="1502039" y="804520"/>
            <a:ext cx="10701874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</a:t>
            </a:r>
            <a:r>
              <a:rPr lang="es-ES_tradnl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PUNTOS DE PARTIDA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Tendencia lineal del PIB y Gasto</a:t>
            </a:r>
            <a:endParaRPr lang="es-ES_tradnl" sz="3000" dirty="0"/>
          </a:p>
        </p:txBody>
      </p:sp>
      <p:sp>
        <p:nvSpPr>
          <p:cNvPr id="23" name="Marcador de contenido 3">
            <a:extLst>
              <a:ext uri="{FF2B5EF4-FFF2-40B4-BE49-F238E27FC236}">
                <a16:creationId xmlns:a16="http://schemas.microsoft.com/office/drawing/2014/main" id="{BEA035F9-7E94-3941-E4EC-9752B3FA6833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473726" y="6228161"/>
            <a:ext cx="7421394" cy="36688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  <a:effectLst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cap="none" baseline="0">
                <a:effectLst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effectLst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cap="none" baseline="0">
                <a:effectLst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9pPr>
          </a:lstStyle>
          <a:p>
            <a:r>
              <a:rPr lang="es-ES" dirty="0"/>
              <a:t>En en largo plazo, el gasto publico CRECE CASI AL DOBLE (x2) de velocidad que el PIB.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AF15831B-D91F-9661-B3CD-2126F888057F}"/>
              </a:ext>
            </a:extLst>
          </p:cNvPr>
          <p:cNvSpPr/>
          <p:nvPr/>
        </p:nvSpPr>
        <p:spPr>
          <a:xfrm>
            <a:off x="9470572" y="2476221"/>
            <a:ext cx="849087" cy="1428273"/>
          </a:xfrm>
          <a:prstGeom prst="ellips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5392AF-F94C-C5D7-7DF7-A4BC7EEF5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1952596"/>
            <a:ext cx="11081303" cy="3921188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74A990B2-FAE2-E6BE-4BEC-DF7B03E88ED9}"/>
              </a:ext>
            </a:extLst>
          </p:cNvPr>
          <p:cNvSpPr/>
          <p:nvPr/>
        </p:nvSpPr>
        <p:spPr>
          <a:xfrm>
            <a:off x="9001872" y="2838873"/>
            <a:ext cx="1786486" cy="2131242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259240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38A17-AAD0-86C0-13B4-D3156008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B8A2B00-4CEC-3303-2B14-A1AF4A15C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4C9206-AD42-5547-699A-83B88BEF3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46566C-93E4-E34C-9C4A-303A50328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AD0125-5F09-62E1-F62B-7B2C7E68E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D16D601-3EDA-81D4-1C9A-59A542522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CDE0EE-62A7-72FB-C73F-1BC4E5276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467518F-2471-E04C-3A41-96DE59C17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C57F30F-2D30-F4D3-D785-D2A22A53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18F9FB3-69DC-830E-B806-42B764310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F86A5E07-EFE1-4F77-30D3-B74C662B056E}"/>
              </a:ext>
            </a:extLst>
          </p:cNvPr>
          <p:cNvSpPr txBox="1">
            <a:spLocks/>
          </p:cNvSpPr>
          <p:nvPr/>
        </p:nvSpPr>
        <p:spPr>
          <a:xfrm>
            <a:off x="1502039" y="804520"/>
            <a:ext cx="10701874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</a:t>
            </a:r>
            <a:r>
              <a:rPr lang="es-ES_tradnl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PUNTOS DE PARTIDA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Tendencia lineal del PIB y Gasto (1995-2007-2023)</a:t>
            </a:r>
            <a:endParaRPr lang="es-ES_tradnl" sz="3000" dirty="0"/>
          </a:p>
        </p:txBody>
      </p:sp>
      <p:sp>
        <p:nvSpPr>
          <p:cNvPr id="23" name="Marcador de contenido 3">
            <a:extLst>
              <a:ext uri="{FF2B5EF4-FFF2-40B4-BE49-F238E27FC236}">
                <a16:creationId xmlns:a16="http://schemas.microsoft.com/office/drawing/2014/main" id="{DA7D4720-95EA-5607-B8E5-107AAC64D17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473726" y="6228161"/>
            <a:ext cx="7239738" cy="40124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  <a:effectLst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cap="none" baseline="0">
                <a:effectLst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effectLst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cap="none" baseline="0">
                <a:effectLst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9pPr>
          </a:lstStyle>
          <a:p>
            <a:r>
              <a:rPr lang="es-ES" dirty="0"/>
              <a:t>En último período el gasto aún CRECE AL DOBLE (x2) de velocidad que el PIB)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D18490-DE9A-86DB-39EC-A565D1F0E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77" y="1972448"/>
            <a:ext cx="11144227" cy="4142602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5289D44E-C993-7054-52ED-DFC89187F14D}"/>
              </a:ext>
            </a:extLst>
          </p:cNvPr>
          <p:cNvSpPr/>
          <p:nvPr/>
        </p:nvSpPr>
        <p:spPr>
          <a:xfrm>
            <a:off x="7682600" y="3019768"/>
            <a:ext cx="1863735" cy="2399562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2E73632-F802-695C-8BE8-0A3DC20A59CB}"/>
              </a:ext>
            </a:extLst>
          </p:cNvPr>
          <p:cNvSpPr/>
          <p:nvPr/>
        </p:nvSpPr>
        <p:spPr>
          <a:xfrm rot="19876555">
            <a:off x="2156576" y="3673015"/>
            <a:ext cx="2744607" cy="1875243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23531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E8D77-A596-5B93-88D2-0BCEB089C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29B47F1-6899-E525-0B08-D3367EE2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28E6E1-EB23-3336-3729-B3B9752A0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C36963-B17A-AA8F-816B-EFFC37CF5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BB6562-4CA2-A5A3-B307-B2AC7202C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EDFC710-9107-3076-59D3-0B8580F61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1D76B3-F7E8-5F8C-B9B2-6C2CD818D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A078A45-E191-1EF3-8889-D79158FD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2723624-F044-6433-05A4-05D344CFE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87FE5F-89C9-AA00-0E6E-079FE3205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F703A9EE-1C85-F550-C204-688A4251D5C8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653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PUNTOS DE PARTIDA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PIB vs Gasto total por cantidad de PEA </a:t>
            </a:r>
            <a:endParaRPr lang="es-ES_tradnl" sz="1800" dirty="0"/>
          </a:p>
        </p:txBody>
      </p:sp>
      <p:sp>
        <p:nvSpPr>
          <p:cNvPr id="23" name="Marcador de contenido 3">
            <a:extLst>
              <a:ext uri="{FF2B5EF4-FFF2-40B4-BE49-F238E27FC236}">
                <a16:creationId xmlns:a16="http://schemas.microsoft.com/office/drawing/2014/main" id="{54375F7A-9884-E101-E8E7-7C9B3398EA63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473726" y="6270560"/>
            <a:ext cx="7421394" cy="5645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Cada contribuyente debería aportar unos 26.000€ anuales para solventar el estado.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(el salario mediano promedió los 22.000€ brutos)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3E62D77-49BF-92BA-34CC-3356F2EF4E38}"/>
              </a:ext>
            </a:extLst>
          </p:cNvPr>
          <p:cNvGrpSpPr/>
          <p:nvPr/>
        </p:nvGrpSpPr>
        <p:grpSpPr>
          <a:xfrm>
            <a:off x="528803" y="1872222"/>
            <a:ext cx="11366317" cy="4211925"/>
            <a:chOff x="528803" y="1872222"/>
            <a:chExt cx="11366317" cy="4211925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440392DC-9344-F779-BBA2-1DF097ADD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8803" y="1872222"/>
              <a:ext cx="11366317" cy="4211925"/>
            </a:xfrm>
            <a:prstGeom prst="rect">
              <a:avLst/>
            </a:prstGeom>
          </p:spPr>
        </p:pic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DC48DC8E-A550-D3F2-2ED1-15A2876A1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777" t="33830" r="816" b="21417"/>
            <a:stretch>
              <a:fillRect/>
            </a:stretch>
          </p:blipFill>
          <p:spPr>
            <a:xfrm>
              <a:off x="1134739" y="2713617"/>
              <a:ext cx="10311787" cy="912263"/>
            </a:xfrm>
            <a:prstGeom prst="rect">
              <a:avLst/>
            </a:prstGeom>
          </p:spPr>
        </p:pic>
      </p:grp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DB4AC3F-44B0-7729-3C2D-62BF00D76698}"/>
              </a:ext>
            </a:extLst>
          </p:cNvPr>
          <p:cNvCxnSpPr>
            <a:cxnSpLocks/>
          </p:cNvCxnSpPr>
          <p:nvPr/>
        </p:nvCxnSpPr>
        <p:spPr>
          <a:xfrm flipH="1">
            <a:off x="7587342" y="5236028"/>
            <a:ext cx="3907972" cy="0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EAE0FEC-7D0F-C88E-B887-85E9F158FC55}"/>
              </a:ext>
            </a:extLst>
          </p:cNvPr>
          <p:cNvSpPr txBox="1"/>
          <p:nvPr/>
        </p:nvSpPr>
        <p:spPr>
          <a:xfrm>
            <a:off x="8403771" y="4865633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Arial" panose="020B0604020202020204" pitchFamily="34" charset="0"/>
                <a:cs typeface="Arial" panose="020B0604020202020204" pitchFamily="34" charset="0"/>
              </a:rPr>
              <a:t>Prom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. 26.000€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CFA8A0A-2760-E0E8-BF56-FB2F1A9B380D}"/>
              </a:ext>
            </a:extLst>
          </p:cNvPr>
          <p:cNvSpPr/>
          <p:nvPr/>
        </p:nvSpPr>
        <p:spPr>
          <a:xfrm>
            <a:off x="8294028" y="4535524"/>
            <a:ext cx="1917385" cy="912263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818858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7" grpId="0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9E109-DCCE-F149-FC0A-912DC4844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549D51-CFF3-265A-634D-5C342BFAC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2A0CB9-FC17-775D-BB28-694EC734B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270768-8688-4F0E-CEC5-7DA2DB5FE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FAC700-F1A2-E14D-6E4D-7F76D6F6E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38AE8D1-6704-DB72-EC38-5DBC578F3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CA07F7-53D3-22CE-0ED5-22FD51CCF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CF32A43-6081-88C7-2DAC-16B7912B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CBD5D14-D3D0-C30C-EDDB-7E1AD1809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55FE00-0491-E570-E713-24034D2AC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653A179F-BC7A-A4C9-E428-635786281D9F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653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PUNTOS DE PARTIDA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¿Cuánto debería cobrar en promedio un trabajador para solventar el estado?</a:t>
            </a:r>
            <a:endParaRPr lang="es-ES_tradnl" sz="1800" dirty="0"/>
          </a:p>
        </p:txBody>
      </p:sp>
      <p:sp>
        <p:nvSpPr>
          <p:cNvPr id="23" name="Marcador de contenido 3">
            <a:extLst>
              <a:ext uri="{FF2B5EF4-FFF2-40B4-BE49-F238E27FC236}">
                <a16:creationId xmlns:a16="http://schemas.microsoft.com/office/drawing/2014/main" id="{6BF2A8BE-2229-9B01-C1E2-881057C96B8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767667" y="6216972"/>
            <a:ext cx="8127453" cy="53049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Si toda la PEA fueran asalariados, el promedio debería tener un SUELDO BRUTO DE 38.000€ brutos, para conseguir el aporte aprox. de 26.000€. (12.000€ paga el empleador y 14.000€ paga el trabajador)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59C82D-DF07-E509-ECA0-C52902EC0358}"/>
              </a:ext>
            </a:extLst>
          </p:cNvPr>
          <p:cNvSpPr/>
          <p:nvPr/>
        </p:nvSpPr>
        <p:spPr>
          <a:xfrm>
            <a:off x="2259103" y="1838175"/>
            <a:ext cx="1186543" cy="78847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250 €</a:t>
            </a:r>
          </a:p>
          <a:p>
            <a:pPr algn="ctr"/>
            <a:r>
              <a:rPr lang="es-ES_tradnl" sz="1200" dirty="0"/>
              <a:t>(25% </a:t>
            </a:r>
            <a:r>
              <a:rPr lang="es-ES_tradnl" sz="1200" dirty="0" err="1"/>
              <a:t>seg</a:t>
            </a:r>
            <a:r>
              <a:rPr lang="es-ES_tradnl" sz="1200" dirty="0"/>
              <a:t>. social)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95DAC6-14D2-0D1E-9AD0-FFFCC95451EF}"/>
              </a:ext>
            </a:extLst>
          </p:cNvPr>
          <p:cNvSpPr/>
          <p:nvPr/>
        </p:nvSpPr>
        <p:spPr>
          <a:xfrm>
            <a:off x="2251812" y="2653209"/>
            <a:ext cx="1186543" cy="29864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750 € </a:t>
            </a:r>
          </a:p>
          <a:p>
            <a:pPr algn="ctr"/>
            <a:r>
              <a:rPr lang="es-ES_tradnl" sz="1600" dirty="0"/>
              <a:t>(bruto)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763A8F3-63AD-8DA7-3084-CD069A71BB2A}"/>
              </a:ext>
            </a:extLst>
          </p:cNvPr>
          <p:cNvSpPr/>
          <p:nvPr/>
        </p:nvSpPr>
        <p:spPr>
          <a:xfrm>
            <a:off x="3621878" y="2664095"/>
            <a:ext cx="1186543" cy="6133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150 € </a:t>
            </a:r>
          </a:p>
          <a:p>
            <a:pPr algn="ctr"/>
            <a:r>
              <a:rPr lang="es-ES_tradnl" sz="1100" dirty="0"/>
              <a:t>(20% IRPF)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A90D6AB-EF21-A746-DD86-0115107099E5}"/>
              </a:ext>
            </a:extLst>
          </p:cNvPr>
          <p:cNvSpPr/>
          <p:nvPr/>
        </p:nvSpPr>
        <p:spPr>
          <a:xfrm>
            <a:off x="3621879" y="3301763"/>
            <a:ext cx="1186543" cy="23379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600 € </a:t>
            </a:r>
          </a:p>
          <a:p>
            <a:pPr algn="ctr"/>
            <a:r>
              <a:rPr lang="es-ES_tradnl" sz="1600" dirty="0"/>
              <a:t>(neto)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3C567DC-A570-6968-E861-C856E60EE08F}"/>
              </a:ext>
            </a:extLst>
          </p:cNvPr>
          <p:cNvSpPr/>
          <p:nvPr/>
        </p:nvSpPr>
        <p:spPr>
          <a:xfrm>
            <a:off x="4991946" y="3774989"/>
            <a:ext cx="1186543" cy="18647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510 € </a:t>
            </a:r>
          </a:p>
          <a:p>
            <a:pPr algn="ctr"/>
            <a:r>
              <a:rPr lang="es-ES_tradnl" sz="1600" dirty="0"/>
              <a:t>(real)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EACF818-9479-5F85-6A54-5A69A2D61D78}"/>
              </a:ext>
            </a:extLst>
          </p:cNvPr>
          <p:cNvSpPr/>
          <p:nvPr/>
        </p:nvSpPr>
        <p:spPr>
          <a:xfrm>
            <a:off x="4991946" y="3305875"/>
            <a:ext cx="1186543" cy="44787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90 €</a:t>
            </a:r>
          </a:p>
          <a:p>
            <a:pPr algn="ctr"/>
            <a:r>
              <a:rPr lang="es-ES_tradnl" sz="1100" dirty="0"/>
              <a:t>(15% IVA)</a:t>
            </a:r>
            <a:endParaRPr lang="es-ES_tradnl" sz="14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56EB91C-893F-7C73-53B4-BC6CA6D42B39}"/>
              </a:ext>
            </a:extLst>
          </p:cNvPr>
          <p:cNvSpPr/>
          <p:nvPr/>
        </p:nvSpPr>
        <p:spPr>
          <a:xfrm>
            <a:off x="6292558" y="4205420"/>
            <a:ext cx="1186543" cy="1434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480 € </a:t>
            </a:r>
          </a:p>
          <a:p>
            <a:pPr algn="ctr"/>
            <a:r>
              <a:rPr lang="es-ES_tradnl" sz="1400" dirty="0"/>
              <a:t>(poder adquisitivo)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734FF57-40D2-F5EC-4570-806535F7D3BF}"/>
              </a:ext>
            </a:extLst>
          </p:cNvPr>
          <p:cNvSpPr/>
          <p:nvPr/>
        </p:nvSpPr>
        <p:spPr>
          <a:xfrm>
            <a:off x="6292558" y="3736306"/>
            <a:ext cx="1186543" cy="44787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s-ES_tradnl" sz="1400" dirty="0"/>
          </a:p>
          <a:p>
            <a:pPr algn="ctr"/>
            <a:r>
              <a:rPr lang="es-ES_tradnl" sz="1400" dirty="0"/>
              <a:t>30 €</a:t>
            </a:r>
          </a:p>
          <a:p>
            <a:pPr algn="ctr"/>
            <a:r>
              <a:rPr lang="es-ES_tradnl" sz="1200" dirty="0"/>
              <a:t>(5% tasas, IBI)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CC61EF3-7CEE-E6FC-F3E6-26FF904CE195}"/>
              </a:ext>
            </a:extLst>
          </p:cNvPr>
          <p:cNvSpPr/>
          <p:nvPr/>
        </p:nvSpPr>
        <p:spPr>
          <a:xfrm>
            <a:off x="8671317" y="1849061"/>
            <a:ext cx="1186543" cy="23379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520 €</a:t>
            </a:r>
            <a:endParaRPr lang="es-ES_tradnl" sz="14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E7366E2-CB2C-474B-BB18-9BFC89D8D04C}"/>
              </a:ext>
            </a:extLst>
          </p:cNvPr>
          <p:cNvSpPr/>
          <p:nvPr/>
        </p:nvSpPr>
        <p:spPr>
          <a:xfrm>
            <a:off x="8671316" y="4217783"/>
            <a:ext cx="1186543" cy="1434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480 €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0E3258F2-B199-4134-1F7A-1EEEE401E371}"/>
              </a:ext>
            </a:extLst>
          </p:cNvPr>
          <p:cNvCxnSpPr>
            <a:cxnSpLocks/>
          </p:cNvCxnSpPr>
          <p:nvPr/>
        </p:nvCxnSpPr>
        <p:spPr>
          <a:xfrm>
            <a:off x="10047514" y="4249460"/>
            <a:ext cx="0" cy="1402611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68F7C8DB-8F29-C764-8C27-AFCF819DA473}"/>
              </a:ext>
            </a:extLst>
          </p:cNvPr>
          <p:cNvSpPr txBox="1"/>
          <p:nvPr/>
        </p:nvSpPr>
        <p:spPr>
          <a:xfrm>
            <a:off x="10088281" y="4677848"/>
            <a:ext cx="2132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48% (Trabajador) 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CAE41F91-F17D-6B34-F35E-DE08FEFB56BB}"/>
              </a:ext>
            </a:extLst>
          </p:cNvPr>
          <p:cNvCxnSpPr>
            <a:cxnSpLocks/>
          </p:cNvCxnSpPr>
          <p:nvPr/>
        </p:nvCxnSpPr>
        <p:spPr>
          <a:xfrm>
            <a:off x="10047514" y="1693094"/>
            <a:ext cx="0" cy="2512326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E60ABAE-0DFC-2745-630F-240AFFB3E5C2}"/>
              </a:ext>
            </a:extLst>
          </p:cNvPr>
          <p:cNvSpPr txBox="1"/>
          <p:nvPr/>
        </p:nvSpPr>
        <p:spPr>
          <a:xfrm>
            <a:off x="10165227" y="2695481"/>
            <a:ext cx="2132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52% (Estado) 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12AA91C6-5E28-9BD2-BE22-195B9CA25B67}"/>
              </a:ext>
            </a:extLst>
          </p:cNvPr>
          <p:cNvCxnSpPr>
            <a:cxnSpLocks/>
          </p:cNvCxnSpPr>
          <p:nvPr/>
        </p:nvCxnSpPr>
        <p:spPr>
          <a:xfrm>
            <a:off x="1926771" y="1859947"/>
            <a:ext cx="0" cy="3721812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F153E00E-C933-4738-25B0-DFA5DC60AAC9}"/>
              </a:ext>
            </a:extLst>
          </p:cNvPr>
          <p:cNvSpPr txBox="1"/>
          <p:nvPr/>
        </p:nvSpPr>
        <p:spPr>
          <a:xfrm>
            <a:off x="-92678" y="3099631"/>
            <a:ext cx="2132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1000 €</a:t>
            </a:r>
          </a:p>
          <a:p>
            <a:pPr algn="ctr"/>
            <a:r>
              <a:rPr lang="es-ES_tradnl" dirty="0"/>
              <a:t>(valor agregado) 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E7A055-73C6-740B-5420-FB307559764A}"/>
              </a:ext>
            </a:extLst>
          </p:cNvPr>
          <p:cNvSpPr/>
          <p:nvPr/>
        </p:nvSpPr>
        <p:spPr>
          <a:xfrm>
            <a:off x="10201803" y="2410043"/>
            <a:ext cx="1917385" cy="912263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D58FFAA-BE68-0C9C-0BE0-700B009CAD06}"/>
              </a:ext>
            </a:extLst>
          </p:cNvPr>
          <p:cNvSpPr/>
          <p:nvPr/>
        </p:nvSpPr>
        <p:spPr>
          <a:xfrm>
            <a:off x="10192284" y="4406417"/>
            <a:ext cx="1917385" cy="912263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8751B6E-1679-29D0-5FDF-77D836109595}"/>
              </a:ext>
            </a:extLst>
          </p:cNvPr>
          <p:cNvSpPr/>
          <p:nvPr/>
        </p:nvSpPr>
        <p:spPr>
          <a:xfrm>
            <a:off x="351055" y="5268248"/>
            <a:ext cx="1315217" cy="57622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50.000€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D3472F9-B870-AD9B-8A19-BA4E1A7262F9}"/>
              </a:ext>
            </a:extLst>
          </p:cNvPr>
          <p:cNvSpPr/>
          <p:nvPr/>
        </p:nvSpPr>
        <p:spPr>
          <a:xfrm>
            <a:off x="2177275" y="5321981"/>
            <a:ext cx="1315217" cy="57622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38.000€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E866592E-3EDF-2A63-E59F-F6D2BD5E94A2}"/>
              </a:ext>
            </a:extLst>
          </p:cNvPr>
          <p:cNvSpPr/>
          <p:nvPr/>
        </p:nvSpPr>
        <p:spPr>
          <a:xfrm>
            <a:off x="3555264" y="5301634"/>
            <a:ext cx="1315217" cy="57622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30.000€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ABC14A5-5CD3-1725-E01F-2F9A818B04FE}"/>
              </a:ext>
            </a:extLst>
          </p:cNvPr>
          <p:cNvSpPr/>
          <p:nvPr/>
        </p:nvSpPr>
        <p:spPr>
          <a:xfrm>
            <a:off x="10493367" y="3048132"/>
            <a:ext cx="1315217" cy="57622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26.000€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E7E0247D-49B2-F6CD-124E-4A78F39D47EE}"/>
              </a:ext>
            </a:extLst>
          </p:cNvPr>
          <p:cNvSpPr/>
          <p:nvPr/>
        </p:nvSpPr>
        <p:spPr>
          <a:xfrm>
            <a:off x="10525728" y="5045210"/>
            <a:ext cx="1315217" cy="57622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24.000€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B05EBFBD-5037-DD59-F1BC-7A5C891968EC}"/>
              </a:ext>
            </a:extLst>
          </p:cNvPr>
          <p:cNvSpPr/>
          <p:nvPr/>
        </p:nvSpPr>
        <p:spPr>
          <a:xfrm>
            <a:off x="4916820" y="5315915"/>
            <a:ext cx="1315217" cy="57622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25.000€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16770029-0993-8D09-8E23-21230A69499B}"/>
              </a:ext>
            </a:extLst>
          </p:cNvPr>
          <p:cNvSpPr/>
          <p:nvPr/>
        </p:nvSpPr>
        <p:spPr>
          <a:xfrm>
            <a:off x="6245389" y="5305876"/>
            <a:ext cx="1315217" cy="57622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24.000€</a:t>
            </a:r>
          </a:p>
        </p:txBody>
      </p:sp>
    </p:spTree>
    <p:extLst>
      <p:ext uri="{BB962C8B-B14F-4D97-AF65-F5344CB8AC3E}">
        <p14:creationId xmlns:p14="http://schemas.microsoft.com/office/powerpoint/2010/main" val="21991108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8" grpId="0" animBg="1"/>
      <p:bldP spid="9" grpId="0" animBg="1"/>
      <p:bldP spid="15" grpId="0" animBg="1"/>
      <p:bldP spid="19" grpId="0" animBg="1"/>
      <p:bldP spid="30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D9E2ED-FF90-4200-A7EE-6D41D6526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5671" y="644327"/>
            <a:ext cx="9299965" cy="4811366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10000"/>
                </a:schemeClr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 prstMaterial="matte">
            <a:bevelT w="133350" h="50800" prst="divo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BEB8D-68AD-4314-8A2B-F8DC85A53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237" y="967934"/>
            <a:ext cx="8673013" cy="4164964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886F86-227D-DE5C-65EA-83B765422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408" y="1590734"/>
            <a:ext cx="7602984" cy="2520012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s-ES_tradnl" sz="3500" dirty="0">
                <a:solidFill>
                  <a:schemeClr val="tx2"/>
                </a:solidFill>
              </a:rPr>
              <a:t>5. ANÁLISIS DESCRIPTIVO DEL GASTO SEGÚN EL MINARQUISMO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BE42B18-EEFE-4C02-A8CA-21E67E68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42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2DB3F-83AD-D1A6-79AA-E0BB6A4C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57A10D-F9D5-7296-912A-2BB6A369C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B63BFA-60A4-DB52-E7AA-DBFFB3E0F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D68A757-8B00-1C0A-FDD5-8D8758762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E7FF19-028F-9D79-D844-34ED851F5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EA4F414-3629-54B6-0E79-0A40EDE5B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0ED8C4-0EAA-0D4F-46FF-7CF689AE1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57E8B81-2E5B-9935-2036-575491937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E3C6BD5-4DB6-D3C2-D860-519CF0E8D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8C60FFB-6666-E488-7CB6-346D670DB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5312F390-BD19-2F96-F7D8-72E988467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476361"/>
              </p:ext>
            </p:extLst>
          </p:nvPr>
        </p:nvGraphicFramePr>
        <p:xfrm>
          <a:off x="2429933" y="1909684"/>
          <a:ext cx="8392301" cy="4101732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56780">
                  <a:extLst>
                    <a:ext uri="{9D8B030D-6E8A-4147-A177-3AD203B41FA5}">
                      <a16:colId xmlns:a16="http://schemas.microsoft.com/office/drawing/2014/main" val="4205747676"/>
                    </a:ext>
                  </a:extLst>
                </a:gridCol>
                <a:gridCol w="2176354">
                  <a:extLst>
                    <a:ext uri="{9D8B030D-6E8A-4147-A177-3AD203B41FA5}">
                      <a16:colId xmlns:a16="http://schemas.microsoft.com/office/drawing/2014/main" val="1293755645"/>
                    </a:ext>
                  </a:extLst>
                </a:gridCol>
                <a:gridCol w="5759167">
                  <a:extLst>
                    <a:ext uri="{9D8B030D-6E8A-4147-A177-3AD203B41FA5}">
                      <a16:colId xmlns:a16="http://schemas.microsoft.com/office/drawing/2014/main" val="2576615086"/>
                    </a:ext>
                  </a:extLst>
                </a:gridCol>
              </a:tblGrid>
              <a:tr h="5001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 b="1" dirty="0">
                          <a:solidFill>
                            <a:schemeClr val="tx2"/>
                          </a:solidFill>
                          <a:effectLst/>
                        </a:rPr>
                        <a:t>Cod</a:t>
                      </a:r>
                      <a:r>
                        <a:rPr lang="es-ES" sz="1400" b="0" dirty="0">
                          <a:solidFill>
                            <a:schemeClr val="tx2"/>
                          </a:solidFill>
                          <a:effectLst/>
                        </a:rPr>
                        <a:t>.</a:t>
                      </a:r>
                      <a:endParaRPr lang="es-ES" sz="1400" b="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b="1" dirty="0">
                          <a:solidFill>
                            <a:schemeClr val="tx2"/>
                          </a:solidFill>
                          <a:effectLst/>
                        </a:rPr>
                        <a:t>Grupo Funcional</a:t>
                      </a:r>
                      <a:endParaRPr lang="es-ES" sz="14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 b="1" dirty="0">
                          <a:solidFill>
                            <a:schemeClr val="tx2"/>
                          </a:solidFill>
                          <a:effectLst/>
                        </a:rPr>
                        <a:t>Resumen de los gastos que incluye</a:t>
                      </a:r>
                      <a:endParaRPr lang="es-ES" sz="14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423610"/>
                  </a:ext>
                </a:extLst>
              </a:tr>
              <a:tr h="72523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01</a:t>
                      </a:r>
                      <a:endParaRPr lang="es-ES" sz="1200" b="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Servicios Generales de las Administraciones Públicas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Funcionamiento de los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poderes ejecutivos y legislativos 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(Presidencia, Parlamento),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asuntos financieros y fiscales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 (Hacienda),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asuntos exteriores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gestión de la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deuda pública, etc.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extLst>
                  <a:ext uri="{0D108BD9-81ED-4DB2-BD59-A6C34878D82A}">
                    <a16:rowId xmlns:a16="http://schemas.microsoft.com/office/drawing/2014/main" val="409480002"/>
                  </a:ext>
                </a:extLst>
              </a:tr>
              <a:tr h="66402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02</a:t>
                      </a:r>
                      <a:endParaRPr lang="es-ES" sz="1200" b="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Defensa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Fuerzas armadas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guardia civil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 y ayuda militar exterior.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extLst>
                  <a:ext uri="{0D108BD9-81ED-4DB2-BD59-A6C34878D82A}">
                    <a16:rowId xmlns:a16="http://schemas.microsoft.com/office/drawing/2014/main" val="3506053683"/>
                  </a:ext>
                </a:extLst>
              </a:tr>
              <a:tr h="7374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03</a:t>
                      </a:r>
                      <a:endParaRPr lang="es-ES" sz="1200" b="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Orden Público y Seguridad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Servicios de policía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prisiones, servicios de bomberos 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y la administración de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tribunales de justicia.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extLst>
                  <a:ext uri="{0D108BD9-81ED-4DB2-BD59-A6C34878D82A}">
                    <a16:rowId xmlns:a16="http://schemas.microsoft.com/office/drawing/2014/main" val="448251635"/>
                  </a:ext>
                </a:extLst>
              </a:tr>
              <a:tr h="7374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04</a:t>
                      </a:r>
                      <a:endParaRPr lang="es-ES" sz="1200" b="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Asuntos Económicos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Regulación, promoción e incentivos para desarrollo de actividades económicas (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agricultura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energía,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minería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manufacturas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construcción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transporte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 y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comunicaciones)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.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extLst>
                  <a:ext uri="{0D108BD9-81ED-4DB2-BD59-A6C34878D82A}">
                    <a16:rowId xmlns:a16="http://schemas.microsoft.com/office/drawing/2014/main" val="3285831362"/>
                  </a:ext>
                </a:extLst>
              </a:tr>
              <a:tr h="7374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05</a:t>
                      </a:r>
                      <a:endParaRPr lang="es-ES" sz="1200" b="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Protección del </a:t>
                      </a:r>
                    </a:p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Medio Ambiente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Regulación y gestión de desechos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 (basuras),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aguas residuales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reducción de la contaminación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 (aire, suelo, ruido) y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protección de la diversidad biológica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 y del paisaje.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extLst>
                  <a:ext uri="{0D108BD9-81ED-4DB2-BD59-A6C34878D82A}">
                    <a16:rowId xmlns:a16="http://schemas.microsoft.com/office/drawing/2014/main" val="1254450475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DDB7B9D5-CD68-D6AA-2D30-78A5F6A3CB55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660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/>
              <a:t>5. ANÁLISIS DESCRIPTIVO DEL GASTO PÚBLICO COFOG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s-ES_tradnl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Clasificación funcional del COFOG</a:t>
            </a:r>
            <a:br>
              <a:rPr lang="es-ES_tradnl" sz="2800" dirty="0"/>
            </a:br>
            <a:endParaRPr lang="es-ES_tradnl" sz="30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F1975B-E096-1D47-FBB3-62C7B71B0F0B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369766" y="1567983"/>
            <a:ext cx="9754828" cy="4283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s-ES_tradnl" sz="1400" dirty="0"/>
              <a:t>Detalle de las siguientes 10 funciones del estado según COFOG:</a:t>
            </a:r>
          </a:p>
        </p:txBody>
      </p:sp>
    </p:spTree>
    <p:extLst>
      <p:ext uri="{BB962C8B-B14F-4D97-AF65-F5344CB8AC3E}">
        <p14:creationId xmlns:p14="http://schemas.microsoft.com/office/powerpoint/2010/main" val="29398535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C5A5D-A13F-6859-9449-DD0CD2CD6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CB107C-B52E-019B-AD56-6904A3C35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B8AC10-2F7F-1DBC-3852-A7CE63EE0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E320BE-1861-12BF-E97A-7D0AE38D1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854FB5-3726-4688-1DF0-BBE369A0E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BA9F49D-8D91-2C64-B00D-5717DAC45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0ADE48-A4C6-4A7C-AF91-5456C013A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1D5B22F-A34D-81E3-A39F-B1B090E5F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6CB2D7E-CF9F-AE7A-9786-6A96FBABF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097A19-F29C-6EE2-E90E-6851C326D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33252F8C-0538-AD68-E44D-6CDA20CDF54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369766" y="1567983"/>
            <a:ext cx="9754828" cy="4283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s-ES_tradnl" sz="1400" dirty="0"/>
              <a:t>Continuación…</a:t>
            </a:r>
          </a:p>
        </p:txBody>
      </p: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A110CE17-DABB-523E-4603-F16D60853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385616"/>
              </p:ext>
            </p:extLst>
          </p:nvPr>
        </p:nvGraphicFramePr>
        <p:xfrm>
          <a:off x="2402399" y="1923078"/>
          <a:ext cx="8494201" cy="4130402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42401">
                  <a:extLst>
                    <a:ext uri="{9D8B030D-6E8A-4147-A177-3AD203B41FA5}">
                      <a16:colId xmlns:a16="http://schemas.microsoft.com/office/drawing/2014/main" val="4205747676"/>
                    </a:ext>
                  </a:extLst>
                </a:gridCol>
                <a:gridCol w="2142067">
                  <a:extLst>
                    <a:ext uri="{9D8B030D-6E8A-4147-A177-3AD203B41FA5}">
                      <a16:colId xmlns:a16="http://schemas.microsoft.com/office/drawing/2014/main" val="1293755645"/>
                    </a:ext>
                  </a:extLst>
                </a:gridCol>
                <a:gridCol w="5909733">
                  <a:extLst>
                    <a:ext uri="{9D8B030D-6E8A-4147-A177-3AD203B41FA5}">
                      <a16:colId xmlns:a16="http://schemas.microsoft.com/office/drawing/2014/main" val="2576615086"/>
                    </a:ext>
                  </a:extLst>
                </a:gridCol>
              </a:tblGrid>
              <a:tr h="5240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 b="1" dirty="0">
                          <a:solidFill>
                            <a:schemeClr val="tx2"/>
                          </a:solidFill>
                          <a:effectLst/>
                        </a:rPr>
                        <a:t>Cod.</a:t>
                      </a:r>
                      <a:endParaRPr lang="es-ES" sz="1400" b="1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b="1" dirty="0">
                          <a:solidFill>
                            <a:schemeClr val="tx2"/>
                          </a:solidFill>
                          <a:effectLst/>
                        </a:rPr>
                        <a:t>Grupo Funcional</a:t>
                      </a:r>
                      <a:endParaRPr lang="es-ES" sz="1400" b="1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 b="1" dirty="0">
                          <a:solidFill>
                            <a:schemeClr val="tx2"/>
                          </a:solidFill>
                          <a:effectLst/>
                        </a:rPr>
                        <a:t>Resumen de los gastos que </a:t>
                      </a:r>
                      <a:r>
                        <a:rPr lang="es-ES" sz="1400" b="1" kern="1200" dirty="0">
                          <a:solidFill>
                            <a:schemeClr val="tx2"/>
                          </a:solidFill>
                          <a:effectLst/>
                        </a:rPr>
                        <a:t>incluye</a:t>
                      </a:r>
                      <a:endParaRPr lang="es-ES" sz="1400" b="1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294" marR="17294" marT="11530" marB="1153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423610"/>
                  </a:ext>
                </a:extLst>
              </a:tr>
              <a:tr h="77057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06</a:t>
                      </a:r>
                      <a:endParaRPr lang="es-ES" sz="1200" b="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Vivienda y Servicios</a:t>
                      </a:r>
                    </a:p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 Comunitarios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Urbanización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 y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desarrollo comunitario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abastecimiento de agua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drenajes cloacales, alumbrado público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extLst>
                  <a:ext uri="{0D108BD9-81ED-4DB2-BD59-A6C34878D82A}">
                    <a16:rowId xmlns:a16="http://schemas.microsoft.com/office/drawing/2014/main" val="409480002"/>
                  </a:ext>
                </a:extLst>
              </a:tr>
              <a:tr h="68186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07</a:t>
                      </a:r>
                      <a:endParaRPr lang="es-ES" sz="1200" b="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Sanidad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Servicios hospitalarios </a:t>
                      </a: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(personal, insumos, maquinarias, etc.), 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administración y apoyo de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servicios de salud pública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.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extLst>
                  <a:ext uri="{0D108BD9-81ED-4DB2-BD59-A6C34878D82A}">
                    <a16:rowId xmlns:a16="http://schemas.microsoft.com/office/drawing/2014/main" val="3506053683"/>
                  </a:ext>
                </a:extLst>
              </a:tr>
              <a:tr h="64225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08</a:t>
                      </a:r>
                      <a:endParaRPr lang="es-ES" sz="1200" b="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Actividades Recreativas, </a:t>
                      </a:r>
                    </a:p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Cultura y Religión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Servicios culturales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 (bibliotecas, museos, artes, parques zoológicos), actividades de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esparcimiento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apoyo al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deporte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 y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servicios religiosos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.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extLst>
                  <a:ext uri="{0D108BD9-81ED-4DB2-BD59-A6C34878D82A}">
                    <a16:rowId xmlns:a16="http://schemas.microsoft.com/office/drawing/2014/main" val="448251635"/>
                  </a:ext>
                </a:extLst>
              </a:tr>
              <a:tr h="74105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09</a:t>
                      </a:r>
                      <a:endParaRPr lang="es-ES" sz="1200" b="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Educación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Servicios de enseñanza 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en todos los niveles (</a:t>
                      </a: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preescolar, primaria, secundaria, postsecundaria no terciaria, terciaria y universitaria).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extLst>
                  <a:ext uri="{0D108BD9-81ED-4DB2-BD59-A6C34878D82A}">
                    <a16:rowId xmlns:a16="http://schemas.microsoft.com/office/drawing/2014/main" val="3285831362"/>
                  </a:ext>
                </a:extLst>
              </a:tr>
              <a:tr h="77057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10</a:t>
                      </a:r>
                      <a:endParaRPr lang="es-ES" sz="1200" b="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Protección Social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Pensiones y subsidios a personas con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enfermedad e invalidez, 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ayudas a la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familia, hijos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desempleo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vivienda, transporte, exclusión social, etc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.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17294" marR="17294" marT="11530" marB="11530" anchor="ctr"/>
                </a:tc>
                <a:extLst>
                  <a:ext uri="{0D108BD9-81ED-4DB2-BD59-A6C34878D82A}">
                    <a16:rowId xmlns:a16="http://schemas.microsoft.com/office/drawing/2014/main" val="1254450475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8EEC9872-BC90-1762-F450-CCA283FC0F47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660" cy="85010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/>
              <a:t>5. ANÁLISIS DESCRIPTIVO DEL GASTO PÚBLICO COFOG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s-ES_tradnl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Clasificación funcional del COFOG</a:t>
            </a:r>
            <a:endParaRPr lang="es-ES_tradnl" sz="3000" dirty="0"/>
          </a:p>
        </p:txBody>
      </p:sp>
    </p:spTree>
    <p:extLst>
      <p:ext uri="{BB962C8B-B14F-4D97-AF65-F5344CB8AC3E}">
        <p14:creationId xmlns:p14="http://schemas.microsoft.com/office/powerpoint/2010/main" val="31307342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358D8C-9D04-C10C-D649-D9210894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BB11FD-8F53-3E14-19D7-8D07630B2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E2F456-951C-16C3-24AA-27EDBC164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F10118-3486-8040-22FA-92ECDE3F3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8F909B3-7338-6476-3EAE-21F3AA51B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73F7E36-99A1-C50F-9997-EFBE70ECF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A0EA359-39F4-D285-351A-EA9FF10DC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9D76ADC-35EA-3405-98A4-90E59CC90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C2357B7-DC1F-BF3B-4C2A-5D654EED2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FDDCB8B-69CA-CA9D-50B9-A631F6D57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691E88CF-E656-797D-BA88-80C05DF3255D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961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tx2"/>
                </a:solidFill>
              </a:rPr>
              <a:t>6. ANÁLISIS DESCRIPTIVO SEGÚN EL MINARQUISMO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Criterios para clasificar el gasto en el nivel II de agregación COFOG</a:t>
            </a:r>
            <a:endParaRPr lang="es-ES_tradnl" sz="2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68FAB6E-2729-308D-8099-8AA66EAD4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398869"/>
              </p:ext>
            </p:extLst>
          </p:nvPr>
        </p:nvGraphicFramePr>
        <p:xfrm>
          <a:off x="2049020" y="2117573"/>
          <a:ext cx="8517380" cy="3310889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252046">
                  <a:extLst>
                    <a:ext uri="{9D8B030D-6E8A-4147-A177-3AD203B41FA5}">
                      <a16:colId xmlns:a16="http://schemas.microsoft.com/office/drawing/2014/main" val="2603822149"/>
                    </a:ext>
                  </a:extLst>
                </a:gridCol>
                <a:gridCol w="6265334">
                  <a:extLst>
                    <a:ext uri="{9D8B030D-6E8A-4147-A177-3AD203B41FA5}">
                      <a16:colId xmlns:a16="http://schemas.microsoft.com/office/drawing/2014/main" val="1407859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b="1" dirty="0">
                          <a:solidFill>
                            <a:schemeClr val="tx2"/>
                          </a:solidFill>
                          <a:effectLst/>
                        </a:rPr>
                        <a:t>Criterio de clasificación</a:t>
                      </a:r>
                      <a:endParaRPr lang="es-ES" sz="14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25315" marR="25315" marT="16877" marB="1687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 b="1" dirty="0">
                          <a:solidFill>
                            <a:schemeClr val="tx2"/>
                          </a:solidFill>
                          <a:effectLst/>
                        </a:rPr>
                        <a:t>Definición y Alcance</a:t>
                      </a:r>
                      <a:endParaRPr lang="es-ES" sz="14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25315" marR="25315" marT="16877" marB="1687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762413"/>
                  </a:ext>
                </a:extLst>
              </a:tr>
              <a:tr h="70207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1-Esencial por Definición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25315" marR="25315" marT="16877" marB="16877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Incluye 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las funciones irrenunciables que difícilmente podrían ser prestadas por privados (</a:t>
                      </a:r>
                      <a:r>
                        <a:rPr lang="es-ES" sz="1200" b="1" i="1" dirty="0">
                          <a:solidFill>
                            <a:schemeClr val="tx2"/>
                          </a:solidFill>
                          <a:effectLst/>
                        </a:rPr>
                        <a:t>funcionamiento básico, legislación, defensa, seguridad, justicia, urbanismo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).</a:t>
                      </a:r>
                    </a:p>
                  </a:txBody>
                  <a:tcPr marL="25315" marR="25315" marT="16877" marB="16877" anchor="ctr"/>
                </a:tc>
                <a:extLst>
                  <a:ext uri="{0D108BD9-81ED-4DB2-BD59-A6C34878D82A}">
                    <a16:rowId xmlns:a16="http://schemas.microsoft.com/office/drawing/2014/main" val="496357378"/>
                  </a:ext>
                </a:extLst>
              </a:tr>
              <a:tr h="88434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2-Esencial por Adopción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25315" marR="25315" marT="16877" marB="1687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Son esenciales en el marco actual del España, aunque bajo una visión </a:t>
                      </a:r>
                      <a:r>
                        <a:rPr lang="es-ES" sz="1200" dirty="0" err="1">
                          <a:solidFill>
                            <a:schemeClr val="tx2"/>
                          </a:solidFill>
                          <a:effectLst/>
                        </a:rPr>
                        <a:t>minarquista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 estricta podrían ser provistas por privados (</a:t>
                      </a:r>
                      <a:r>
                        <a:rPr lang="es-ES" sz="1200" b="1" i="1" dirty="0">
                          <a:solidFill>
                            <a:schemeClr val="tx2"/>
                          </a:solidFill>
                          <a:effectLst/>
                        </a:rPr>
                        <a:t>educación, salud y ayudas a sectores vulnerables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).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25315" marR="25315" marT="16877" marB="16877" anchor="ctr"/>
                </a:tc>
                <a:extLst>
                  <a:ext uri="{0D108BD9-81ED-4DB2-BD59-A6C34878D82A}">
                    <a16:rowId xmlns:a16="http://schemas.microsoft.com/office/drawing/2014/main" val="2577293410"/>
                  </a:ext>
                </a:extLst>
              </a:tr>
              <a:tr h="71451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3-Esencial Mínimo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25315" marR="25315" marT="16877" marB="1687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Son </a:t>
                      </a: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necesarias, pero 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deben minimizarse para reducir la intervención estatal (</a:t>
                      </a:r>
                      <a:r>
                        <a:rPr lang="es-ES" sz="1200" b="1" i="1" dirty="0">
                          <a:solidFill>
                            <a:schemeClr val="tx2"/>
                          </a:solidFill>
                          <a:effectLst/>
                        </a:rPr>
                        <a:t>coordinación interna y tareas de normativas, reglamentación, regulaciones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).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25315" marR="25315" marT="16877" marB="16877" anchor="ctr"/>
                </a:tc>
                <a:extLst>
                  <a:ext uri="{0D108BD9-81ED-4DB2-BD59-A6C34878D82A}">
                    <a16:rowId xmlns:a16="http://schemas.microsoft.com/office/drawing/2014/main" val="2486132719"/>
                  </a:ext>
                </a:extLst>
              </a:tr>
              <a:tr h="76283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200" b="1" dirty="0">
                          <a:solidFill>
                            <a:schemeClr val="tx2"/>
                          </a:solidFill>
                          <a:effectLst/>
                        </a:rPr>
                        <a:t>4-No Esencial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25315" marR="25315" marT="16877" marB="1687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dirty="0">
                          <a:solidFill>
                            <a:schemeClr val="tx2"/>
                          </a:solidFill>
                          <a:effectLst/>
                        </a:rPr>
                        <a:t>Funciones que podrían ser provistas por el </a:t>
                      </a: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sector privado (</a:t>
                      </a:r>
                      <a:r>
                        <a:rPr lang="es-ES" sz="1200" b="1" i="1" dirty="0">
                          <a:solidFill>
                            <a:schemeClr val="tx2"/>
                          </a:solidFill>
                          <a:effectLst/>
                        </a:rPr>
                        <a:t>religión, cultura, ocio, subsidios industriales, ayudas a familias, transporte, vivienda, etc.</a:t>
                      </a:r>
                      <a:r>
                        <a:rPr lang="es-ES" sz="1200" b="0" dirty="0">
                          <a:solidFill>
                            <a:schemeClr val="tx2"/>
                          </a:solidFill>
                          <a:effectLst/>
                        </a:rPr>
                        <a:t>)</a:t>
                      </a:r>
                      <a:endParaRPr lang="es-ES" sz="1200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marL="25315" marR="25315" marT="16877" marB="16877" anchor="ctr"/>
                </a:tc>
                <a:extLst>
                  <a:ext uri="{0D108BD9-81ED-4DB2-BD59-A6C34878D82A}">
                    <a16:rowId xmlns:a16="http://schemas.microsoft.com/office/drawing/2014/main" val="25212188"/>
                  </a:ext>
                </a:extLst>
              </a:tr>
            </a:tbl>
          </a:graphicData>
        </a:graphic>
      </p:graphicFrame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8268C530-BE6C-4407-0413-F2C2C88F388E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52531" y="6284152"/>
            <a:ext cx="5573657" cy="34967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Se analizaron las 69 subfunciones del estado y se las clasificó.</a:t>
            </a:r>
          </a:p>
        </p:txBody>
      </p:sp>
    </p:spTree>
    <p:extLst>
      <p:ext uri="{BB962C8B-B14F-4D97-AF65-F5344CB8AC3E}">
        <p14:creationId xmlns:p14="http://schemas.microsoft.com/office/powerpoint/2010/main" val="39041125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27B3E-2C73-3D65-053A-3F9B82EF4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AF1EF7-F7B3-825B-932A-817E8124F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5203B6-8DFC-AC00-C361-F03D8A0CF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F17E4D-1E80-BB55-4C0E-0CF089CFB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33BCAC-EC27-0312-25D1-410739684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A8C701-2C08-7CBA-3872-8A5CCAB02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56276B-0C6C-323B-C84E-28C9BBAE5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2506DB7-E756-0EBC-7C00-35EB60007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7FE621A-D5C5-5367-91A0-15F2215FA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D176CC-8C09-28EB-0147-A5FBC01C9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6333C692-A026-D723-01E5-2C0878A7D48D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961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tx2"/>
                </a:solidFill>
              </a:rPr>
              <a:t>6. ANÁLISIS DESCRIPTIVO SEGÚN EL MINARQUISMO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61AD1B9-05DA-5B73-6A56-D8EACE0E718D}"/>
              </a:ext>
            </a:extLst>
          </p:cNvPr>
          <p:cNvGrpSpPr/>
          <p:nvPr/>
        </p:nvGrpSpPr>
        <p:grpSpPr>
          <a:xfrm>
            <a:off x="936970" y="1679527"/>
            <a:ext cx="10050128" cy="3967504"/>
            <a:chOff x="770336" y="1876200"/>
            <a:chExt cx="10050128" cy="3967504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8A95257C-0A38-2FD6-5DEF-846E1BC18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9632"/>
            <a:stretch>
              <a:fillRect/>
            </a:stretch>
          </p:blipFill>
          <p:spPr>
            <a:xfrm>
              <a:off x="2765034" y="4732900"/>
              <a:ext cx="8055430" cy="1110804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613E0D4F-CDFC-1295-5048-D3C5EA3FD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1715"/>
            <a:stretch>
              <a:fillRect/>
            </a:stretch>
          </p:blipFill>
          <p:spPr>
            <a:xfrm>
              <a:off x="770336" y="1876200"/>
              <a:ext cx="10050128" cy="3128046"/>
            </a:xfrm>
            <a:prstGeom prst="rect">
              <a:avLst/>
            </a:prstGeom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8E17324D-B5BB-13D3-4AA6-D7C124FD1268}"/>
                </a:ext>
              </a:extLst>
            </p:cNvPr>
            <p:cNvSpPr txBox="1"/>
            <p:nvPr/>
          </p:nvSpPr>
          <p:spPr>
            <a:xfrm>
              <a:off x="770336" y="4732104"/>
              <a:ext cx="1994698" cy="11108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es-ES_tradnl" dirty="0"/>
            </a:p>
          </p:txBody>
        </p:sp>
      </p:grpSp>
      <p:sp>
        <p:nvSpPr>
          <p:cNvPr id="11" name="Corchete izquierdo 10">
            <a:extLst>
              <a:ext uri="{FF2B5EF4-FFF2-40B4-BE49-F238E27FC236}">
                <a16:creationId xmlns:a16="http://schemas.microsoft.com/office/drawing/2014/main" id="{05E3864A-4727-26E0-751A-284044450182}"/>
              </a:ext>
            </a:extLst>
          </p:cNvPr>
          <p:cNvSpPr/>
          <p:nvPr/>
        </p:nvSpPr>
        <p:spPr>
          <a:xfrm rot="16200000">
            <a:off x="4918645" y="4203282"/>
            <a:ext cx="830976" cy="3330762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32812EB3-F3A5-50E1-7759-1BCD69EC5BFB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75369" y="6334495"/>
            <a:ext cx="825121" cy="402996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41%</a:t>
            </a:r>
          </a:p>
        </p:txBody>
      </p:sp>
      <p:sp>
        <p:nvSpPr>
          <p:cNvPr id="15" name="Corchete izquierdo 14">
            <a:extLst>
              <a:ext uri="{FF2B5EF4-FFF2-40B4-BE49-F238E27FC236}">
                <a16:creationId xmlns:a16="http://schemas.microsoft.com/office/drawing/2014/main" id="{922E98C0-8563-6525-B130-0BC489616978}"/>
              </a:ext>
            </a:extLst>
          </p:cNvPr>
          <p:cNvSpPr/>
          <p:nvPr/>
        </p:nvSpPr>
        <p:spPr>
          <a:xfrm rot="16200000">
            <a:off x="7399215" y="5128710"/>
            <a:ext cx="874176" cy="1501332"/>
          </a:xfrm>
          <a:prstGeom prst="leftBrac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Marcador de contenido 3">
            <a:extLst>
              <a:ext uri="{FF2B5EF4-FFF2-40B4-BE49-F238E27FC236}">
                <a16:creationId xmlns:a16="http://schemas.microsoft.com/office/drawing/2014/main" id="{3382D80F-78C1-51A6-ACD4-CEA8935AD54B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456666" y="6334495"/>
            <a:ext cx="825121" cy="402987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23%</a:t>
            </a:r>
          </a:p>
        </p:txBody>
      </p:sp>
      <p:sp>
        <p:nvSpPr>
          <p:cNvPr id="19" name="Corchete izquierdo 18">
            <a:extLst>
              <a:ext uri="{FF2B5EF4-FFF2-40B4-BE49-F238E27FC236}">
                <a16:creationId xmlns:a16="http://schemas.microsoft.com/office/drawing/2014/main" id="{80044DE4-65C7-FEFE-CBD6-0FA40FE38419}"/>
              </a:ext>
            </a:extLst>
          </p:cNvPr>
          <p:cNvSpPr/>
          <p:nvPr/>
        </p:nvSpPr>
        <p:spPr>
          <a:xfrm rot="16200000">
            <a:off x="9067676" y="5066317"/>
            <a:ext cx="874176" cy="1618636"/>
          </a:xfrm>
          <a:prstGeom prst="leftBrac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1842BA26-CE9A-EFD5-6132-69D0618F17B2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112842" y="6338065"/>
            <a:ext cx="825121" cy="402987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36%</a:t>
            </a:r>
          </a:p>
        </p:txBody>
      </p:sp>
    </p:spTree>
    <p:extLst>
      <p:ext uri="{BB962C8B-B14F-4D97-AF65-F5344CB8AC3E}">
        <p14:creationId xmlns:p14="http://schemas.microsoft.com/office/powerpoint/2010/main" val="14554621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C6A508-1C71-D056-F738-D4D3F5322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59A628D-9A72-5A92-A671-54B7699C4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A383F1-0C2A-DF22-F225-3CFBED359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FD01D1-1BA0-EE50-853C-FFC5D464D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C28FBA-1D84-2E00-1A8E-D1730E714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D8D7642-5A22-B0CC-822F-70FEEDE7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B8434D-9014-6330-BD7C-387B9CBDB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54BBFF1-5736-0051-F558-68034D8E7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1586372-14E3-220E-66F7-C55DEAF20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B68C18-947C-8EFE-21F0-61FD5E2DD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6DE3CDD8-C377-B94B-78BA-1011A2211FC2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961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tx2"/>
                </a:solidFill>
              </a:rPr>
              <a:t>6. ANÁLISIS DESCRIPTIVO SEGÚN EL MINARQUISMO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Resumen del gasto según criterio </a:t>
            </a:r>
            <a:r>
              <a:rPr lang="es-ES_tradnl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minarquista</a:t>
            </a:r>
            <a:endParaRPr lang="es-ES_tradnl" sz="2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98BAFF7-FBDA-3AA3-F93E-5EEA682175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873"/>
          <a:stretch>
            <a:fillRect/>
          </a:stretch>
        </p:blipFill>
        <p:spPr>
          <a:xfrm>
            <a:off x="1128912" y="1925460"/>
            <a:ext cx="9933874" cy="3901625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58F930-1858-EF6C-5C8F-CB1C135201F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242409" y="4884132"/>
            <a:ext cx="990648" cy="402987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bg1">
                    <a:lumMod val="95000"/>
                  </a:schemeClr>
                </a:solidFill>
              </a:rPr>
              <a:t>16% gasto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5CC79CD8-43DF-E48A-737B-9B9452982E7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981858" y="4483708"/>
            <a:ext cx="990648" cy="402987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bg1">
                    <a:lumMod val="95000"/>
                  </a:schemeClr>
                </a:solidFill>
              </a:rPr>
              <a:t>30% gasto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1F99A69B-DCCF-FBF8-B2E3-2B688964964B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82845" y="6384175"/>
            <a:ext cx="990648" cy="402987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44% gasto</a:t>
            </a:r>
          </a:p>
        </p:txBody>
      </p:sp>
      <p:sp>
        <p:nvSpPr>
          <p:cNvPr id="9" name="Corchete izquierdo 8">
            <a:extLst>
              <a:ext uri="{FF2B5EF4-FFF2-40B4-BE49-F238E27FC236}">
                <a16:creationId xmlns:a16="http://schemas.microsoft.com/office/drawing/2014/main" id="{5B564FF2-ACE3-9E39-6240-54C789CEB452}"/>
              </a:ext>
            </a:extLst>
          </p:cNvPr>
          <p:cNvSpPr/>
          <p:nvPr/>
        </p:nvSpPr>
        <p:spPr>
          <a:xfrm rot="16200000">
            <a:off x="3163969" y="4315579"/>
            <a:ext cx="830976" cy="3438356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Marcador de contenido 3">
            <a:extLst>
              <a:ext uri="{FF2B5EF4-FFF2-40B4-BE49-F238E27FC236}">
                <a16:creationId xmlns:a16="http://schemas.microsoft.com/office/drawing/2014/main" id="{0A1C1BFF-C842-0C7D-5C6A-260BA8FF6AD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084133" y="6384729"/>
            <a:ext cx="990648" cy="402996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46% gasto</a:t>
            </a:r>
          </a:p>
        </p:txBody>
      </p:sp>
      <p:sp>
        <p:nvSpPr>
          <p:cNvPr id="13" name="Corchete izquierdo 12">
            <a:extLst>
              <a:ext uri="{FF2B5EF4-FFF2-40B4-BE49-F238E27FC236}">
                <a16:creationId xmlns:a16="http://schemas.microsoft.com/office/drawing/2014/main" id="{03FF7C34-4C19-D201-2D38-476AE22DEBE9}"/>
              </a:ext>
            </a:extLst>
          </p:cNvPr>
          <p:cNvSpPr/>
          <p:nvPr/>
        </p:nvSpPr>
        <p:spPr>
          <a:xfrm rot="16200000">
            <a:off x="5845667" y="5302814"/>
            <a:ext cx="874176" cy="1501332"/>
          </a:xfrm>
          <a:prstGeom prst="leftBrac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Corchete izquierdo 16">
            <a:extLst>
              <a:ext uri="{FF2B5EF4-FFF2-40B4-BE49-F238E27FC236}">
                <a16:creationId xmlns:a16="http://schemas.microsoft.com/office/drawing/2014/main" id="{92952FE8-1F54-D254-F24F-6054DCDB9A08}"/>
              </a:ext>
            </a:extLst>
          </p:cNvPr>
          <p:cNvSpPr/>
          <p:nvPr/>
        </p:nvSpPr>
        <p:spPr>
          <a:xfrm rot="16200000">
            <a:off x="7627213" y="5210359"/>
            <a:ext cx="874176" cy="1618636"/>
          </a:xfrm>
          <a:prstGeom prst="leftBrac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1DA95038-492B-453F-7AE3-B6175FA3A87D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822161" y="6374754"/>
            <a:ext cx="990648" cy="402987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10% gasto</a:t>
            </a:r>
          </a:p>
        </p:txBody>
      </p:sp>
    </p:spTree>
    <p:extLst>
      <p:ext uri="{BB962C8B-B14F-4D97-AF65-F5344CB8AC3E}">
        <p14:creationId xmlns:p14="http://schemas.microsoft.com/office/powerpoint/2010/main" val="7994425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11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B3A84-882F-90B1-142E-8A3C8D639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9EA4782-4A2F-A504-DE0B-F67C50D7A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D67D6C-AFE5-83DE-F0F0-ED1A6572E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F7B45-7301-0A4C-5525-7A28C9430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4D3715-AA83-7A38-77D5-C8995197E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C78E3DA-2FFF-07AE-4C7E-19A21EBF5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BB3CF4-B7DF-49BB-BE4B-046234A0F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1202119-5BE3-E712-023D-C3BFB6C84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0644552-4A7E-6D95-FA40-6C9126B6C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E65CCC7-8757-06B4-B782-7969946D5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4A943CEC-94AD-4509-1D94-4B7981FA3ECA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961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tx2"/>
                </a:solidFill>
              </a:rPr>
              <a:t>6. ANÁLISIS DESCRIPTIVO SEGÚN EL MINARQUISMO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Evolución del gasto agrupado por criterio </a:t>
            </a:r>
            <a:r>
              <a:rPr lang="es-ES_tradnl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Minarquista</a:t>
            </a:r>
            <a:endParaRPr lang="es-ES_tradnl" sz="2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1E094D-E21A-0C87-ECD0-FF5FE642E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50" y="2680259"/>
            <a:ext cx="11451772" cy="2403228"/>
          </a:xfrm>
          <a:prstGeom prst="rect">
            <a:avLst/>
          </a:prstGeom>
        </p:spPr>
      </p:pic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DC9018E7-A9E9-6B13-DC3B-42F3A4F7BDA0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26829" y="5349681"/>
            <a:ext cx="5890869" cy="521935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El gasto “4-No Esencial” es el que mayor peso y crecimiento ha tenido en los últimos 20 años</a:t>
            </a:r>
          </a:p>
        </p:txBody>
      </p:sp>
      <p:sp>
        <p:nvSpPr>
          <p:cNvPr id="4" name="Corchete izquierdo 3">
            <a:extLst>
              <a:ext uri="{FF2B5EF4-FFF2-40B4-BE49-F238E27FC236}">
                <a16:creationId xmlns:a16="http://schemas.microsoft.com/office/drawing/2014/main" id="{E63A48AA-0A85-A099-3807-CC95AFEC8D3E}"/>
              </a:ext>
            </a:extLst>
          </p:cNvPr>
          <p:cNvSpPr/>
          <p:nvPr/>
        </p:nvSpPr>
        <p:spPr>
          <a:xfrm rot="16200000">
            <a:off x="7727824" y="1945403"/>
            <a:ext cx="599065" cy="6001055"/>
          </a:xfrm>
          <a:prstGeom prst="leftBrac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694067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A0C5E-4789-515B-909E-F756B267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70184E-FB29-82F3-87DD-E94610D0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E997A7-30A6-8498-F8DD-65CDA895C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D25215-1706-A9D8-8170-4FCD4718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80FF21-0A36-44C8-E7DD-285A1D544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4337108-5C22-0F8D-E7B1-A9F195E14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280D367-C733-6499-5B35-13B24E615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4D0F6B8-6E2B-2CB9-9D0E-DD23F3047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E319F40-A900-F59A-3B40-274E4B16A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DB147A5-73DE-0E9C-1449-B914AFB9A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8EEF7CCE-971D-940D-18A5-4BF8858E2269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961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tx2"/>
                </a:solidFill>
              </a:rPr>
              <a:t>6. ANÁLISIS DESCRIPTIVO SEGÚN EL MINARQUISMO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Tendencia en el largo plazo del gasto</a:t>
            </a:r>
            <a:endParaRPr lang="es-ES_tradnl" sz="2000" dirty="0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A71CE489-3375-DD39-AE27-4A57859C059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5849" y="6258833"/>
            <a:ext cx="5890869" cy="420019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El gasto “4-No Esencial” es el que mayor peso y crecimiento tiene.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01B0F61-9280-0577-C36F-72139F31C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52" y="1866141"/>
            <a:ext cx="11876964" cy="3751109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672EC6A2-4B1D-A209-5B0E-E46DCCEC38C4}"/>
              </a:ext>
            </a:extLst>
          </p:cNvPr>
          <p:cNvSpPr/>
          <p:nvPr/>
        </p:nvSpPr>
        <p:spPr>
          <a:xfrm>
            <a:off x="7576792" y="4141298"/>
            <a:ext cx="3514880" cy="1063782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9419EC9-EDEE-9F45-1571-91C68B93B0E9}"/>
              </a:ext>
            </a:extLst>
          </p:cNvPr>
          <p:cNvSpPr/>
          <p:nvPr/>
        </p:nvSpPr>
        <p:spPr>
          <a:xfrm>
            <a:off x="8026408" y="2352589"/>
            <a:ext cx="2444350" cy="804746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314EC0D-BEB0-AD53-4607-61FF89F62D54}"/>
              </a:ext>
            </a:extLst>
          </p:cNvPr>
          <p:cNvSpPr/>
          <p:nvPr/>
        </p:nvSpPr>
        <p:spPr>
          <a:xfrm>
            <a:off x="7713610" y="3276657"/>
            <a:ext cx="3149462" cy="706656"/>
          </a:xfrm>
          <a:prstGeom prst="ellipse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977004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E668D-4273-BBCA-A4B1-E91649EF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CA6E5EE-A7F3-3A34-F742-FDC9BD78E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B91978-4248-0E75-BE5F-6EA5533E5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A2EEF6-F3AA-4E28-5202-C091CEC82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EE48B9-734E-769B-EA4A-CDC1F7AB5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A831F4C-1C37-0CF9-8E99-BE7832245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25F90F-CE83-11EA-8E59-18F0F78B4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E610AEA-827B-4F2A-C179-AE112D86C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CEF703F-3CFD-084D-C2CE-901722FFD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1B175E9-1731-166C-4064-3AB28448B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B963BB90-0479-DF18-FDF0-E6BE24EFD007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961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tx2"/>
                </a:solidFill>
              </a:rPr>
              <a:t>6. ANÁLISIS DESCRIPTIVO SEGÚN EL MINARQUISMO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Tendencia en el largo plazo del gasto per PEA</a:t>
            </a:r>
            <a:endParaRPr lang="es-ES_tradnl" sz="2000" dirty="0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AF7AB23E-7E00-4DC0-D52E-BD28EFCE734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79009" y="6258833"/>
            <a:ext cx="6207710" cy="420019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El gasto “4-No Esencial” sigue creciendo a mayor velocidad que el resto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623F061-37A0-F528-F385-E0973A9B7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0" y="1898605"/>
            <a:ext cx="11418118" cy="3676868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2D2481E5-064E-B788-5F11-F1C0D68F2255}"/>
              </a:ext>
            </a:extLst>
          </p:cNvPr>
          <p:cNvSpPr/>
          <p:nvPr/>
        </p:nvSpPr>
        <p:spPr>
          <a:xfrm>
            <a:off x="6686154" y="3992409"/>
            <a:ext cx="3514880" cy="1347257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DD68746-7CBC-97E1-8BB9-2D298DE886E7}"/>
              </a:ext>
            </a:extLst>
          </p:cNvPr>
          <p:cNvSpPr/>
          <p:nvPr/>
        </p:nvSpPr>
        <p:spPr>
          <a:xfrm>
            <a:off x="7143500" y="2363880"/>
            <a:ext cx="2444350" cy="804746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FA07632-A089-7A5F-79A1-4256C3C4B701}"/>
              </a:ext>
            </a:extLst>
          </p:cNvPr>
          <p:cNvSpPr/>
          <p:nvPr/>
        </p:nvSpPr>
        <p:spPr>
          <a:xfrm>
            <a:off x="6690360" y="3285753"/>
            <a:ext cx="3149462" cy="706656"/>
          </a:xfrm>
          <a:prstGeom prst="ellipse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188824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F3C9D-CF42-8F15-B3F4-587E760D6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E06CCD-04DB-1C9F-4D4B-366BA9AA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BD5870-DB9E-D8EF-F612-9D85901BF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E8D14A-2CF9-B2DC-7CB1-7B6BFC6FF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441DE1-3AD0-029F-3EC1-B48C7C2C5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09A515-C02F-01D2-F64D-7D15CD801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692127-1DBE-E4FA-314A-5EFF241C1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4B40279-1A1F-A5A1-5946-A18675E73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1DAF623-D05C-579A-DD9A-3F630FC89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3B3C8C-E4A2-659B-6311-C67B6FA3D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0721D104-543F-6456-C133-5D0EF9A421A9}"/>
              </a:ext>
            </a:extLst>
          </p:cNvPr>
          <p:cNvSpPr txBox="1">
            <a:spLocks/>
          </p:cNvSpPr>
          <p:nvPr/>
        </p:nvSpPr>
        <p:spPr>
          <a:xfrm>
            <a:off x="1502038" y="804520"/>
            <a:ext cx="10689961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tx2"/>
                </a:solidFill>
              </a:rPr>
              <a:t>6. ANÁLISIS DESCRIPTIVO SEGÚN EL MINARQUISMO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Tendencia en el largo plazo del gasto per PEA</a:t>
            </a:r>
            <a:endParaRPr lang="es-ES_tradnl" sz="2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8C596A6-18B4-685A-795E-0B5607227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45" y="2257935"/>
            <a:ext cx="10035770" cy="3247875"/>
          </a:xfrm>
          <a:prstGeom prst="rect">
            <a:avLst/>
          </a:prstGeom>
        </p:spPr>
      </p:pic>
      <p:sp>
        <p:nvSpPr>
          <p:cNvPr id="9" name="Corchete izquierdo 8">
            <a:extLst>
              <a:ext uri="{FF2B5EF4-FFF2-40B4-BE49-F238E27FC236}">
                <a16:creationId xmlns:a16="http://schemas.microsoft.com/office/drawing/2014/main" id="{A55123C2-7701-B093-4835-121D8C2AA861}"/>
              </a:ext>
            </a:extLst>
          </p:cNvPr>
          <p:cNvSpPr/>
          <p:nvPr/>
        </p:nvSpPr>
        <p:spPr>
          <a:xfrm rot="10800000">
            <a:off x="9607502" y="4386889"/>
            <a:ext cx="732794" cy="559391"/>
          </a:xfrm>
          <a:prstGeom prst="leftBrace">
            <a:avLst>
              <a:gd name="adj1" fmla="val 8333"/>
              <a:gd name="adj2" fmla="val 48702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Marcador de contenido 3">
            <a:extLst>
              <a:ext uri="{FF2B5EF4-FFF2-40B4-BE49-F238E27FC236}">
                <a16:creationId xmlns:a16="http://schemas.microsoft.com/office/drawing/2014/main" id="{9B052FC6-8BB6-FAF4-ED70-6926D8C6B82D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0366743" y="4461391"/>
            <a:ext cx="1690346" cy="402996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6.400€ (25%)</a:t>
            </a:r>
          </a:p>
        </p:txBody>
      </p:sp>
      <p:sp>
        <p:nvSpPr>
          <p:cNvPr id="13" name="Corchete izquierdo 12">
            <a:extLst>
              <a:ext uri="{FF2B5EF4-FFF2-40B4-BE49-F238E27FC236}">
                <a16:creationId xmlns:a16="http://schemas.microsoft.com/office/drawing/2014/main" id="{53C37D3B-115E-C774-90D0-178D131AD66F}"/>
              </a:ext>
            </a:extLst>
          </p:cNvPr>
          <p:cNvSpPr/>
          <p:nvPr/>
        </p:nvSpPr>
        <p:spPr>
          <a:xfrm rot="10800000">
            <a:off x="9666153" y="3360782"/>
            <a:ext cx="732795" cy="836816"/>
          </a:xfrm>
          <a:prstGeom prst="leftBrac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Corchete izquierdo 14">
            <a:extLst>
              <a:ext uri="{FF2B5EF4-FFF2-40B4-BE49-F238E27FC236}">
                <a16:creationId xmlns:a16="http://schemas.microsoft.com/office/drawing/2014/main" id="{26FC231D-BFB6-1347-8B8D-4C08E4FD0D8E}"/>
              </a:ext>
            </a:extLst>
          </p:cNvPr>
          <p:cNvSpPr/>
          <p:nvPr/>
        </p:nvSpPr>
        <p:spPr>
          <a:xfrm rot="10800000">
            <a:off x="9666153" y="2623913"/>
            <a:ext cx="732795" cy="598911"/>
          </a:xfrm>
          <a:prstGeom prst="leftBrac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Marcador de contenido 3">
            <a:extLst>
              <a:ext uri="{FF2B5EF4-FFF2-40B4-BE49-F238E27FC236}">
                <a16:creationId xmlns:a16="http://schemas.microsoft.com/office/drawing/2014/main" id="{968E12AB-6924-935A-6160-023025A8D40F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0366743" y="3547499"/>
            <a:ext cx="1690346" cy="402996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7.900€ (30%)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BC09AC61-03F4-FDFF-77AB-DE3000EA4B6B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0340296" y="2701160"/>
            <a:ext cx="1690346" cy="402996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11.700€ (45%)</a:t>
            </a:r>
          </a:p>
        </p:txBody>
      </p:sp>
      <p:sp>
        <p:nvSpPr>
          <p:cNvPr id="25" name="Marcador de contenido 3">
            <a:extLst>
              <a:ext uri="{FF2B5EF4-FFF2-40B4-BE49-F238E27FC236}">
                <a16:creationId xmlns:a16="http://schemas.microsoft.com/office/drawing/2014/main" id="{8F3D4E86-1CA1-6832-74F5-5D39DD944E7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573507" y="6258833"/>
            <a:ext cx="8457135" cy="420019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El gasto “4-No Esencial” sigue creciendo mas que el resto de funciones (y mas que el PIB 2% </a:t>
            </a:r>
            <a:r>
              <a:rPr lang="es-ES_tradnl" sz="1400" b="1" dirty="0" err="1">
                <a:solidFill>
                  <a:schemeClr val="tx2"/>
                </a:solidFill>
              </a:rPr>
              <a:t>prom</a:t>
            </a:r>
            <a:r>
              <a:rPr lang="es-ES_tradnl" sz="1400" b="1" dirty="0">
                <a:solidFill>
                  <a:schemeClr val="tx2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13262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21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04E89-174C-5578-5EC3-060E0A502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86DF13B-7F19-4BE3-62BD-C8D7C695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F63083-BB54-67C8-569E-3A00D752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545D1A-C593-34BF-FDFC-D40E2E076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5671" y="644327"/>
            <a:ext cx="9299965" cy="4811366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10000"/>
                </a:schemeClr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 prstMaterial="matte">
            <a:bevelT w="133350" h="50800" prst="divo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FD67F4-1F42-CCDC-4647-04D455D31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237" y="967934"/>
            <a:ext cx="8673013" cy="4164964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FB8E1F-9D81-95A5-443A-AC7551836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s-ES_tradnl" sz="3500" dirty="0">
                <a:solidFill>
                  <a:schemeClr val="tx2"/>
                </a:solidFill>
              </a:rPr>
              <a:t>6. </a:t>
            </a:r>
            <a:r>
              <a:rPr lang="es-ES_tradnl" sz="3600" dirty="0">
                <a:solidFill>
                  <a:schemeClr val="tx2"/>
                </a:solidFill>
              </a:rPr>
              <a:t>ANÁLISIS ESTADÍSTICO ENTRE EL GASTO Y LA ECONOMÍA</a:t>
            </a:r>
            <a:endParaRPr lang="es-ES_tradnl" sz="3500" dirty="0">
              <a:solidFill>
                <a:schemeClr val="tx2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2C95D6-933F-D261-EAC0-5FF453771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FE0902-D314-7C0B-96F0-BA42CF62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C29E9C9D-7A6A-4081-1E57-1EA1A274B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444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21937-6340-0AD0-8062-E017B5196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8C35C1-3A62-8404-3888-1AFA27DF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5570CE-CE25-DC89-E037-698465482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68AE63-1ABD-2E7F-82DD-F81B01454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B21C10-A603-A6E9-E7C8-7622C755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C3B2878-4E71-9A0C-21F4-E11AA1FEC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072A27-ADA5-B486-A6E4-F1D501107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4BDF2E6-779D-C29C-8ACC-31A3BDF4A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41E1600-81B6-584F-EAFE-29089B6C2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965422-0A89-1A72-2FED-D52EADFF4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91DB30B4-07EF-50C4-28E2-62531B43A35E}"/>
              </a:ext>
            </a:extLst>
          </p:cNvPr>
          <p:cNvSpPr txBox="1">
            <a:spLocks/>
          </p:cNvSpPr>
          <p:nvPr/>
        </p:nvSpPr>
        <p:spPr>
          <a:xfrm>
            <a:off x="1435610" y="804520"/>
            <a:ext cx="1075608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800" dirty="0">
                <a:solidFill>
                  <a:schemeClr val="tx2"/>
                </a:solidFill>
              </a:rPr>
              <a:t>6. ANÁLISIS ESTADÍSTICO ENTRE EL GASTO Y LA ECONOMÍA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" sz="2000" b="1" dirty="0"/>
              <a:t>¿hay alguna relación entre el PIB y los gastos públicos?</a:t>
            </a:r>
          </a:p>
          <a:p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F2D1A521-8618-62E3-6A41-914ED921977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818211" y="2647130"/>
            <a:ext cx="1907336" cy="1070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/>
              <a:t>¿habrá otras relaciones?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3C9125-C84B-1CB6-B5B3-1937BC7A3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398" y="2391130"/>
            <a:ext cx="8174663" cy="324103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DC42935A-C1D6-7419-10F4-A4CA3DD27A50}"/>
              </a:ext>
            </a:extLst>
          </p:cNvPr>
          <p:cNvSpPr/>
          <p:nvPr/>
        </p:nvSpPr>
        <p:spPr>
          <a:xfrm>
            <a:off x="4373344" y="2594227"/>
            <a:ext cx="1001027" cy="785684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A81155C-7074-B361-A823-3489596276F7}"/>
              </a:ext>
            </a:extLst>
          </p:cNvPr>
          <p:cNvSpPr/>
          <p:nvPr/>
        </p:nvSpPr>
        <p:spPr>
          <a:xfrm>
            <a:off x="5089283" y="4143049"/>
            <a:ext cx="1096907" cy="785684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Llave de cierre 16">
            <a:extLst>
              <a:ext uri="{FF2B5EF4-FFF2-40B4-BE49-F238E27FC236}">
                <a16:creationId xmlns:a16="http://schemas.microsoft.com/office/drawing/2014/main" id="{9D9E8850-D73E-129F-DB7A-071D1D427399}"/>
              </a:ext>
            </a:extLst>
          </p:cNvPr>
          <p:cNvSpPr/>
          <p:nvPr/>
        </p:nvSpPr>
        <p:spPr>
          <a:xfrm rot="5400000">
            <a:off x="5083109" y="5219367"/>
            <a:ext cx="358747" cy="790801"/>
          </a:xfrm>
          <a:prstGeom prst="rightBrace">
            <a:avLst>
              <a:gd name="adj1" fmla="val 8333"/>
              <a:gd name="adj2" fmla="val 52111"/>
            </a:avLst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2B2CBAC-CEBA-4D7E-0352-B8CB0762EE03}"/>
              </a:ext>
            </a:extLst>
          </p:cNvPr>
          <p:cNvCxnSpPr>
            <a:cxnSpLocks/>
          </p:cNvCxnSpPr>
          <p:nvPr/>
        </p:nvCxnSpPr>
        <p:spPr>
          <a:xfrm flipH="1" flipV="1">
            <a:off x="4867082" y="2950339"/>
            <a:ext cx="6774" cy="2390961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766B576-4B59-F905-B443-59730271D07B}"/>
              </a:ext>
            </a:extLst>
          </p:cNvPr>
          <p:cNvCxnSpPr>
            <a:cxnSpLocks/>
          </p:cNvCxnSpPr>
          <p:nvPr/>
        </p:nvCxnSpPr>
        <p:spPr>
          <a:xfrm flipV="1">
            <a:off x="5678206" y="4659295"/>
            <a:ext cx="0" cy="682005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arcador de contenido 3">
            <a:extLst>
              <a:ext uri="{FF2B5EF4-FFF2-40B4-BE49-F238E27FC236}">
                <a16:creationId xmlns:a16="http://schemas.microsoft.com/office/drawing/2014/main" id="{EDA42B6B-4305-1633-3E59-19F9069B4A1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091257" y="5805424"/>
            <a:ext cx="2566227" cy="658273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b="1" dirty="0">
                <a:solidFill>
                  <a:schemeClr val="tx2"/>
                </a:solidFill>
              </a:rPr>
              <a:t>¿podría este efecto estar relacionado?</a:t>
            </a:r>
          </a:p>
        </p:txBody>
      </p:sp>
      <p:pic>
        <p:nvPicPr>
          <p:cNvPr id="1026" name="Picture 2" descr="Signo de interrogación ilustración digital, signo de ...">
            <a:extLst>
              <a:ext uri="{FF2B5EF4-FFF2-40B4-BE49-F238E27FC236}">
                <a16:creationId xmlns:a16="http://schemas.microsoft.com/office/drawing/2014/main" id="{499B47D8-43E1-C13F-F0C9-6AF1AFDED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389" b="94715" l="10000" r="90000">
                        <a14:foregroundMark x1="74889" y1="35235" x2="64111" y2="34983"/>
                        <a14:foregroundMark x1="47333" y1="8473" x2="38000" y2="8473"/>
                        <a14:foregroundMark x1="34556" y1="78104" x2="36889" y2="82634"/>
                        <a14:foregroundMark x1="66000" y1="31040" x2="68222" y2="32718"/>
                        <a14:foregroundMark x1="62556" y1="91359" x2="68222" y2="947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1784" y="3562007"/>
            <a:ext cx="1300189" cy="172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6930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8" grpId="0" animBg="1"/>
      <p:bldP spid="17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6AC38-F77B-D340-E626-BE3B7928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79E87-3631-2146-9725-63FFB9508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21DF21-2302-68FA-40D3-E6C2AC20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740B01-AE23-924E-30D6-2F72CCCC8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8E0E86-EC46-31E4-7B44-63472363E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022F947-A951-AE5D-9046-F054AA823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F65494-5BBE-09A4-D443-6E8042DCE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796EEBE-29B4-B603-79A2-9137C3C92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6BFABA6-48ED-324B-B3C2-0344EE5F7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06D83FC-39DA-4A0A-50DF-38F5F5151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04AF8619-3654-6DB5-3BEA-99BACB4CB73A}"/>
              </a:ext>
            </a:extLst>
          </p:cNvPr>
          <p:cNvSpPr txBox="1">
            <a:spLocks/>
          </p:cNvSpPr>
          <p:nvPr/>
        </p:nvSpPr>
        <p:spPr>
          <a:xfrm>
            <a:off x="1435610" y="804520"/>
            <a:ext cx="1075608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800" dirty="0">
                <a:solidFill>
                  <a:schemeClr val="tx2"/>
                </a:solidFill>
              </a:rPr>
              <a:t>6. ANÁLISIS ESTADÍSTICO ENTRE EL GASTO Y LA ECONOMÍA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¿podría evaluarlo con la correlación de Pearson?</a:t>
            </a: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365EF23-7F53-9302-D66F-36DD24870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50" y="3062683"/>
            <a:ext cx="5427763" cy="2436616"/>
          </a:xfrm>
          <a:prstGeom prst="rect">
            <a:avLst/>
          </a:prstGeom>
        </p:spPr>
      </p:pic>
      <p:sp>
        <p:nvSpPr>
          <p:cNvPr id="6" name="Flecha arriba 5">
            <a:extLst>
              <a:ext uri="{FF2B5EF4-FFF2-40B4-BE49-F238E27FC236}">
                <a16:creationId xmlns:a16="http://schemas.microsoft.com/office/drawing/2014/main" id="{9BA94AE0-A4B7-5359-0029-0E3989DAE1AE}"/>
              </a:ext>
            </a:extLst>
          </p:cNvPr>
          <p:cNvSpPr/>
          <p:nvPr/>
        </p:nvSpPr>
        <p:spPr>
          <a:xfrm rot="6530797">
            <a:off x="6192181" y="3919325"/>
            <a:ext cx="270718" cy="1917210"/>
          </a:xfrm>
          <a:prstGeom prst="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7972EC3A-C753-2C5A-2BF6-E122C6AB52FD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30250" y="2299614"/>
            <a:ext cx="573163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S_tradnl" sz="1400" dirty="0"/>
              <a:t>Coge los datos del eje Y con “simultaneidad” (elimina la variable tiempo)</a:t>
            </a:r>
          </a:p>
        </p:txBody>
      </p:sp>
      <p:sp>
        <p:nvSpPr>
          <p:cNvPr id="13" name="Flecha arriba 12">
            <a:extLst>
              <a:ext uri="{FF2B5EF4-FFF2-40B4-BE49-F238E27FC236}">
                <a16:creationId xmlns:a16="http://schemas.microsoft.com/office/drawing/2014/main" id="{A950A2BD-B5B4-8083-5D70-44B965764EF9}"/>
              </a:ext>
            </a:extLst>
          </p:cNvPr>
          <p:cNvSpPr/>
          <p:nvPr/>
        </p:nvSpPr>
        <p:spPr>
          <a:xfrm rot="4413885">
            <a:off x="5975171" y="2685876"/>
            <a:ext cx="414146" cy="1828177"/>
          </a:xfrm>
          <a:prstGeom prst="upArrow">
            <a:avLst>
              <a:gd name="adj1" fmla="val 32479"/>
              <a:gd name="adj2" fmla="val 50000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Marcador de contenido 3">
            <a:extLst>
              <a:ext uri="{FF2B5EF4-FFF2-40B4-BE49-F238E27FC236}">
                <a16:creationId xmlns:a16="http://schemas.microsoft.com/office/drawing/2014/main" id="{1F0366AE-B087-EC8E-53B3-C2259E3FF4FF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929450" y="2299613"/>
            <a:ext cx="5492495" cy="742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S_tradnl" sz="1400" dirty="0"/>
              <a:t>Para cada registro temporal (t1, t2, t3, etc.) toma los pares de valores de cada variable y los 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DEB73C3B-4A9A-2018-3390-BAC4613B8AC8}"/>
              </a:ext>
            </a:extLst>
          </p:cNvPr>
          <p:cNvCxnSpPr/>
          <p:nvPr/>
        </p:nvCxnSpPr>
        <p:spPr>
          <a:xfrm flipV="1">
            <a:off x="7474132" y="3062683"/>
            <a:ext cx="0" cy="2261624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7A755AA-2D17-25A4-2D8E-7B4AFFF787CE}"/>
              </a:ext>
            </a:extLst>
          </p:cNvPr>
          <p:cNvCxnSpPr>
            <a:cxnSpLocks/>
          </p:cNvCxnSpPr>
          <p:nvPr/>
        </p:nvCxnSpPr>
        <p:spPr>
          <a:xfrm flipV="1">
            <a:off x="7335146" y="5173455"/>
            <a:ext cx="4265294" cy="13126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2ECDD25-D24E-F59E-4D85-CB3EAD21D9CF}"/>
              </a:ext>
            </a:extLst>
          </p:cNvPr>
          <p:cNvSpPr/>
          <p:nvPr/>
        </p:nvSpPr>
        <p:spPr>
          <a:xfrm rot="16200000">
            <a:off x="-948473" y="3863328"/>
            <a:ext cx="2551013" cy="801317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Multiplicar 14">
            <a:extLst>
              <a:ext uri="{FF2B5EF4-FFF2-40B4-BE49-F238E27FC236}">
                <a16:creationId xmlns:a16="http://schemas.microsoft.com/office/drawing/2014/main" id="{171E4A90-A686-5D78-B9C3-366FFC6BEC17}"/>
              </a:ext>
            </a:extLst>
          </p:cNvPr>
          <p:cNvSpPr/>
          <p:nvPr/>
        </p:nvSpPr>
        <p:spPr>
          <a:xfrm>
            <a:off x="10306924" y="4227240"/>
            <a:ext cx="476045" cy="485704"/>
          </a:xfrm>
          <a:prstGeom prst="mathMultiply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28" name="Multiplicar 27">
            <a:extLst>
              <a:ext uri="{FF2B5EF4-FFF2-40B4-BE49-F238E27FC236}">
                <a16:creationId xmlns:a16="http://schemas.microsoft.com/office/drawing/2014/main" id="{88532092-9938-834C-565C-B32B4C9BCCC9}"/>
              </a:ext>
            </a:extLst>
          </p:cNvPr>
          <p:cNvSpPr/>
          <p:nvPr/>
        </p:nvSpPr>
        <p:spPr>
          <a:xfrm>
            <a:off x="9474317" y="3801559"/>
            <a:ext cx="476045" cy="485704"/>
          </a:xfrm>
          <a:prstGeom prst="mathMultiply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  <p:sp>
        <p:nvSpPr>
          <p:cNvPr id="29" name="Multiplicar 28">
            <a:extLst>
              <a:ext uri="{FF2B5EF4-FFF2-40B4-BE49-F238E27FC236}">
                <a16:creationId xmlns:a16="http://schemas.microsoft.com/office/drawing/2014/main" id="{C15EBAC6-0CAC-6767-8E37-C2CBD5D2AA45}"/>
              </a:ext>
            </a:extLst>
          </p:cNvPr>
          <p:cNvSpPr/>
          <p:nvPr/>
        </p:nvSpPr>
        <p:spPr>
          <a:xfrm>
            <a:off x="8768327" y="3399242"/>
            <a:ext cx="476045" cy="485704"/>
          </a:xfrm>
          <a:prstGeom prst="mathMultiply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</a:p>
        </p:txBody>
      </p:sp>
      <p:sp>
        <p:nvSpPr>
          <p:cNvPr id="30" name="Multiplicar 29">
            <a:extLst>
              <a:ext uri="{FF2B5EF4-FFF2-40B4-BE49-F238E27FC236}">
                <a16:creationId xmlns:a16="http://schemas.microsoft.com/office/drawing/2014/main" id="{53423FBC-5C40-60E5-00BF-E630A4949B1C}"/>
              </a:ext>
            </a:extLst>
          </p:cNvPr>
          <p:cNvSpPr/>
          <p:nvPr/>
        </p:nvSpPr>
        <p:spPr>
          <a:xfrm>
            <a:off x="9474317" y="4224446"/>
            <a:ext cx="476045" cy="485704"/>
          </a:xfrm>
          <a:prstGeom prst="mathMultiply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</a:p>
        </p:txBody>
      </p:sp>
      <p:sp>
        <p:nvSpPr>
          <p:cNvPr id="31" name="Multiplicar 30">
            <a:extLst>
              <a:ext uri="{FF2B5EF4-FFF2-40B4-BE49-F238E27FC236}">
                <a16:creationId xmlns:a16="http://schemas.microsoft.com/office/drawing/2014/main" id="{A31B8EB4-962A-2F29-2E48-54C4D94251B2}"/>
              </a:ext>
            </a:extLst>
          </p:cNvPr>
          <p:cNvSpPr/>
          <p:nvPr/>
        </p:nvSpPr>
        <p:spPr>
          <a:xfrm>
            <a:off x="10659919" y="4705032"/>
            <a:ext cx="476045" cy="485704"/>
          </a:xfrm>
          <a:prstGeom prst="mathMultiply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</a:p>
        </p:txBody>
      </p:sp>
      <p:sp>
        <p:nvSpPr>
          <p:cNvPr id="32" name="Multiplicar 31">
            <a:extLst>
              <a:ext uri="{FF2B5EF4-FFF2-40B4-BE49-F238E27FC236}">
                <a16:creationId xmlns:a16="http://schemas.microsoft.com/office/drawing/2014/main" id="{155AF15E-875E-7224-1D68-45D075C01C9E}"/>
              </a:ext>
            </a:extLst>
          </p:cNvPr>
          <p:cNvSpPr/>
          <p:nvPr/>
        </p:nvSpPr>
        <p:spPr>
          <a:xfrm>
            <a:off x="9764161" y="4339741"/>
            <a:ext cx="476045" cy="485704"/>
          </a:xfrm>
          <a:prstGeom prst="mathMultiply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</a:p>
        </p:txBody>
      </p:sp>
      <p:sp>
        <p:nvSpPr>
          <p:cNvPr id="33" name="Multiplicar 32">
            <a:extLst>
              <a:ext uri="{FF2B5EF4-FFF2-40B4-BE49-F238E27FC236}">
                <a16:creationId xmlns:a16="http://schemas.microsoft.com/office/drawing/2014/main" id="{0885ED4E-0BAE-3F01-7567-1FBFDB4616BD}"/>
              </a:ext>
            </a:extLst>
          </p:cNvPr>
          <p:cNvSpPr/>
          <p:nvPr/>
        </p:nvSpPr>
        <p:spPr>
          <a:xfrm>
            <a:off x="8352958" y="4230314"/>
            <a:ext cx="476045" cy="485704"/>
          </a:xfrm>
          <a:prstGeom prst="mathMultiply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</a:p>
        </p:txBody>
      </p:sp>
      <p:sp>
        <p:nvSpPr>
          <p:cNvPr id="34" name="Multiplicar 33">
            <a:extLst>
              <a:ext uri="{FF2B5EF4-FFF2-40B4-BE49-F238E27FC236}">
                <a16:creationId xmlns:a16="http://schemas.microsoft.com/office/drawing/2014/main" id="{0E8699BE-70D0-ED09-B369-116E0A00C997}"/>
              </a:ext>
            </a:extLst>
          </p:cNvPr>
          <p:cNvSpPr/>
          <p:nvPr/>
        </p:nvSpPr>
        <p:spPr>
          <a:xfrm>
            <a:off x="8471750" y="3552524"/>
            <a:ext cx="476045" cy="485704"/>
          </a:xfrm>
          <a:prstGeom prst="mathMultiply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97496A2-B712-FE3F-190A-22C33DEE9F7F}"/>
              </a:ext>
            </a:extLst>
          </p:cNvPr>
          <p:cNvCxnSpPr>
            <a:cxnSpLocks/>
          </p:cNvCxnSpPr>
          <p:nvPr/>
        </p:nvCxnSpPr>
        <p:spPr>
          <a:xfrm>
            <a:off x="7828526" y="3741667"/>
            <a:ext cx="3771914" cy="1206217"/>
          </a:xfrm>
          <a:prstGeom prst="line">
            <a:avLst/>
          </a:prstGeom>
          <a:ln w="349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1673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3" grpId="0" animBg="1"/>
      <p:bldP spid="19" grpId="0"/>
      <p:bldP spid="11" grpId="0" animBg="1"/>
      <p:bldP spid="15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17805-CF67-6F32-2A36-5E20E925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DC839A-2DF6-7620-9DDD-471B3BCB9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1C0DC3-A28B-2B48-A772-6AE2EC2DC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329E27-8F6E-80C0-BDDA-C4245A504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004D7C-B498-3D81-8CF9-732117AAC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DC33CB9-C033-EC21-77C0-C9C1C1507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5D92F3-D2A6-1DF0-4FF3-4A96812B0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A80EBCA-509F-0C5C-40D2-6D8F4F192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0FAD123-B49E-8568-4C25-29BA90A5B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93308A-460B-61CB-87CA-8C92AEC8E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DC514BB0-F098-4FB9-4D5B-A28FD0483761}"/>
              </a:ext>
            </a:extLst>
          </p:cNvPr>
          <p:cNvSpPr txBox="1">
            <a:spLocks/>
          </p:cNvSpPr>
          <p:nvPr/>
        </p:nvSpPr>
        <p:spPr>
          <a:xfrm>
            <a:off x="1435610" y="804520"/>
            <a:ext cx="1075608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800" dirty="0">
                <a:solidFill>
                  <a:schemeClr val="tx2"/>
                </a:solidFill>
              </a:rPr>
              <a:t>6. ANÁLISIS ESTADÍSTICO ENTRE EL GASTO Y LA ECONOMÍA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Función de Correlación Cruzada (CCF)</a:t>
            </a: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4F427A9-F106-8091-5441-D834998A0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50" y="3062683"/>
            <a:ext cx="5427763" cy="2436616"/>
          </a:xfrm>
          <a:prstGeom prst="rect">
            <a:avLst/>
          </a:prstGeom>
        </p:spPr>
      </p:pic>
      <p:sp>
        <p:nvSpPr>
          <p:cNvPr id="6" name="Flecha arriba 5">
            <a:extLst>
              <a:ext uri="{FF2B5EF4-FFF2-40B4-BE49-F238E27FC236}">
                <a16:creationId xmlns:a16="http://schemas.microsoft.com/office/drawing/2014/main" id="{D259E505-DA18-5148-CBE6-EA2D265F319B}"/>
              </a:ext>
            </a:extLst>
          </p:cNvPr>
          <p:cNvSpPr/>
          <p:nvPr/>
        </p:nvSpPr>
        <p:spPr>
          <a:xfrm rot="8208753">
            <a:off x="6076031" y="4173221"/>
            <a:ext cx="249320" cy="1300069"/>
          </a:xfrm>
          <a:prstGeom prst="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72D203AD-1FF0-EE88-0EC7-5A3DBDA33768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30250" y="2299614"/>
            <a:ext cx="573163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S_tradnl" sz="1400" dirty="0"/>
              <a:t>Define pares de variables, una primaria (que permanece fija) y otra secundaria (que traslada en el tiempo, hacia adelante y hacia atrás).</a:t>
            </a:r>
          </a:p>
        </p:txBody>
      </p:sp>
      <p:sp>
        <p:nvSpPr>
          <p:cNvPr id="13" name="Flecha arriba 12">
            <a:extLst>
              <a:ext uri="{FF2B5EF4-FFF2-40B4-BE49-F238E27FC236}">
                <a16:creationId xmlns:a16="http://schemas.microsoft.com/office/drawing/2014/main" id="{15AC42E9-A9CA-AF02-A8BD-19A70150AC05}"/>
              </a:ext>
            </a:extLst>
          </p:cNvPr>
          <p:cNvSpPr/>
          <p:nvPr/>
        </p:nvSpPr>
        <p:spPr>
          <a:xfrm rot="3220064">
            <a:off x="6168411" y="2937426"/>
            <a:ext cx="249320" cy="1393259"/>
          </a:xfrm>
          <a:prstGeom prst="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Marcador de contenido 3">
            <a:extLst>
              <a:ext uri="{FF2B5EF4-FFF2-40B4-BE49-F238E27FC236}">
                <a16:creationId xmlns:a16="http://schemas.microsoft.com/office/drawing/2014/main" id="{1A89BE6D-480A-7B35-D819-216460DD642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929450" y="2299614"/>
            <a:ext cx="5492495" cy="397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S_tradnl" sz="1400" dirty="0"/>
              <a:t>Para cada </a:t>
            </a:r>
            <a:r>
              <a:rPr lang="es-ES_tradnl" sz="1400" dirty="0" err="1"/>
              <a:t>desfasage</a:t>
            </a:r>
            <a:r>
              <a:rPr lang="es-ES_tradnl" sz="1400" dirty="0"/>
              <a:t> calcula el coeficiente de correlación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C31B1168-4483-9BC6-11E7-084092B15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8105" y="3705077"/>
            <a:ext cx="4711172" cy="221152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BBB78EF5-BADE-F11E-F09F-11897F60F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8105" y="2751388"/>
            <a:ext cx="4711172" cy="102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883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3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2D9C5-69AC-B859-48BE-594F8E905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DDEABB-2741-7C61-5A36-8D25E50CC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3CEC3C-AEA8-9099-B264-B0D690453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ABC560-0D1F-DB63-347A-9B8AF1BEE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522289-8309-0F6A-B8F0-B1855ACB1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A5FAC7D-1F3F-EDB2-B91E-DF5097026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ABB3A3-DCAB-6A66-B3AE-E6705C753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6577657-0E53-557D-25BC-6362884E4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D3A834A-72E0-2DD4-C0AA-27C624C58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1AFC19F-8ED7-82AF-1FE6-92AC862A7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9BD21748-2566-07DA-8DEC-13ADD7ED3E7D}"/>
              </a:ext>
            </a:extLst>
          </p:cNvPr>
          <p:cNvSpPr txBox="1">
            <a:spLocks/>
          </p:cNvSpPr>
          <p:nvPr/>
        </p:nvSpPr>
        <p:spPr>
          <a:xfrm>
            <a:off x="1435610" y="804520"/>
            <a:ext cx="1075608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800" dirty="0">
                <a:solidFill>
                  <a:schemeClr val="tx2"/>
                </a:solidFill>
              </a:rPr>
              <a:t>6. ANÁLISIS ESTADÍSTICO ENTRE EL GASTO Y LA ECONOMÍA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Función de Correlación Cruzada (CCF)</a:t>
            </a: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DDFA1188-0793-DD9B-5C32-65E874B7EB40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20179" y="1981210"/>
            <a:ext cx="5466463" cy="3753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dirty="0"/>
              <a:t>Se deben eliminar características que distorsionan el análisis:</a:t>
            </a: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s-ES" sz="1400" dirty="0"/>
              <a:t>Tendencias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s-ES" sz="1400" dirty="0"/>
              <a:t>Estacionalidad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s-ES" sz="1400" dirty="0"/>
              <a:t>Autocorrelación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dirty="0"/>
              <a:t>      o ciclos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</p:txBody>
      </p:sp>
      <p:sp>
        <p:nvSpPr>
          <p:cNvPr id="4" name="Flecha arriba 3">
            <a:extLst>
              <a:ext uri="{FF2B5EF4-FFF2-40B4-BE49-F238E27FC236}">
                <a16:creationId xmlns:a16="http://schemas.microsoft.com/office/drawing/2014/main" id="{F68138D0-6B63-FDC6-F163-CD1A6CD9C3FD}"/>
              </a:ext>
            </a:extLst>
          </p:cNvPr>
          <p:cNvSpPr/>
          <p:nvPr/>
        </p:nvSpPr>
        <p:spPr>
          <a:xfrm rot="5400000">
            <a:off x="4499298" y="3283763"/>
            <a:ext cx="1003879" cy="1515909"/>
          </a:xfrm>
          <a:prstGeom prst="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77799B4D-25BE-EBE2-BC56-86A32E4FA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277" y="2598249"/>
            <a:ext cx="1590236" cy="94152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35FD14E1-1ED1-20CF-DF8D-0BEA99BD8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9276" y="3594428"/>
            <a:ext cx="1590237" cy="941529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4E37CE9-08A0-553C-32C8-1C60FF3EF54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331"/>
          <a:stretch>
            <a:fillRect/>
          </a:stretch>
        </p:blipFill>
        <p:spPr>
          <a:xfrm>
            <a:off x="1929276" y="4618459"/>
            <a:ext cx="1590237" cy="937051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B2534439-551A-BA72-1BB7-FF2F6E02E881}"/>
              </a:ext>
            </a:extLst>
          </p:cNvPr>
          <p:cNvSpPr txBox="1"/>
          <p:nvPr/>
        </p:nvSpPr>
        <p:spPr>
          <a:xfrm>
            <a:off x="9243959" y="3586383"/>
            <a:ext cx="28026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dirty="0"/>
              <a:t>Esto reduce distorsiones y evita inflar la tasa de error tipo 1 (H0 es verdadera) en las pruebas estadísticas, los valores p y los intervalos de confianza del 95%.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8E7F3805-BD05-E654-90B8-21A5D0AF77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" b="403"/>
          <a:stretch>
            <a:fillRect/>
          </a:stretch>
        </p:blipFill>
        <p:spPr>
          <a:xfrm>
            <a:off x="5979368" y="2919821"/>
            <a:ext cx="3119490" cy="2566579"/>
          </a:xfrm>
          <a:prstGeom prst="rect">
            <a:avLst/>
          </a:prstGeom>
        </p:spPr>
      </p:pic>
      <p:sp>
        <p:nvSpPr>
          <p:cNvPr id="37" name="CuadroTexto 36">
            <a:extLst>
              <a:ext uri="{FF2B5EF4-FFF2-40B4-BE49-F238E27FC236}">
                <a16:creationId xmlns:a16="http://schemas.microsoft.com/office/drawing/2014/main" id="{F9C4B2EE-A304-6218-5915-8EDE0E0C507E}"/>
              </a:ext>
            </a:extLst>
          </p:cNvPr>
          <p:cNvSpPr txBox="1"/>
          <p:nvPr/>
        </p:nvSpPr>
        <p:spPr>
          <a:xfrm>
            <a:off x="6401528" y="5677865"/>
            <a:ext cx="2916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4"/>
                </a:solidFill>
              </a:rPr>
              <a:t>ESTACIONARIOS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7773603-DF4B-606F-753A-EDF669253397}"/>
              </a:ext>
            </a:extLst>
          </p:cNvPr>
          <p:cNvSpPr txBox="1"/>
          <p:nvPr/>
        </p:nvSpPr>
        <p:spPr>
          <a:xfrm>
            <a:off x="1368187" y="5677865"/>
            <a:ext cx="269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4"/>
                </a:solidFill>
              </a:rPr>
              <a:t>NO ESTACIONARIOS</a:t>
            </a:r>
          </a:p>
        </p:txBody>
      </p:sp>
      <p:sp>
        <p:nvSpPr>
          <p:cNvPr id="39" name="Flecha arriba 38">
            <a:extLst>
              <a:ext uri="{FF2B5EF4-FFF2-40B4-BE49-F238E27FC236}">
                <a16:creationId xmlns:a16="http://schemas.microsoft.com/office/drawing/2014/main" id="{510E3FE8-2709-B2EF-8EA6-01C6BE6770F6}"/>
              </a:ext>
            </a:extLst>
          </p:cNvPr>
          <p:cNvSpPr/>
          <p:nvPr/>
        </p:nvSpPr>
        <p:spPr>
          <a:xfrm rot="5400000">
            <a:off x="4663170" y="5080039"/>
            <a:ext cx="531034" cy="1515909"/>
          </a:xfrm>
          <a:prstGeom prst="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739216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4" grpId="0"/>
      <p:bldP spid="37" grpId="0"/>
      <p:bldP spid="38" grpId="0"/>
      <p:bldP spid="3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03A66-032C-E891-E766-B02E7E9B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A74FE6-517E-C16B-95BD-0052EA52B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4F4648-3633-2DC5-046C-F5239545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B9AA72-BF61-8ABD-3355-FD241B1F4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56BB57-6FDC-B503-3A5E-3558B9A63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A371DCC-B0DE-0944-AB9C-E6BCB587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171BF8-5C99-3C03-A898-1527053F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88FD6F0-A563-EAEF-15D7-04F01E25F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18DC0A-4AE2-25DE-827D-6D08EF8DC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6BF7C1-AC02-95CC-974F-1D643A963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C3FF5532-829C-9D22-E9CB-EF0F09406C89}"/>
              </a:ext>
            </a:extLst>
          </p:cNvPr>
          <p:cNvSpPr txBox="1">
            <a:spLocks/>
          </p:cNvSpPr>
          <p:nvPr/>
        </p:nvSpPr>
        <p:spPr>
          <a:xfrm>
            <a:off x="1435610" y="804520"/>
            <a:ext cx="1075608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800" dirty="0">
                <a:solidFill>
                  <a:schemeClr val="tx2"/>
                </a:solidFill>
              </a:rPr>
              <a:t>6. ANÁLISIS ESTADÍSTICO ENTRE EL GASTO Y LA ECONOMÍA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Pasos para aplicar el modelo CCF</a:t>
            </a: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75F1D4D3-1C40-10B7-B211-70107AC7DC9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2715" y="2028118"/>
            <a:ext cx="4646525" cy="1664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600" b="1" dirty="0"/>
              <a:t>1) Aplicar diferenciación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arenR"/>
            </a:pPr>
            <a:endParaRPr lang="es-ES_tradnl" sz="16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dirty="0"/>
              <a:t> En Python hay 2 métodos:</a:t>
            </a: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dirty="0"/>
              <a:t> \ .</a:t>
            </a:r>
            <a:r>
              <a:rPr lang="es-ES" sz="1400" dirty="0" err="1"/>
              <a:t>diff</a:t>
            </a:r>
            <a:r>
              <a:rPr lang="es-ES" sz="1400" dirty="0"/>
              <a:t>() = delta anual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dirty="0"/>
              <a:t> \ .</a:t>
            </a:r>
            <a:r>
              <a:rPr lang="es-ES" sz="1400" dirty="0" err="1"/>
              <a:t>ptc</a:t>
            </a:r>
            <a:r>
              <a:rPr lang="es-ES" sz="1400" dirty="0"/>
              <a:t>() = variación porcentual anual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_tradnl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</p:txBody>
      </p:sp>
      <p:sp>
        <p:nvSpPr>
          <p:cNvPr id="4" name="Flecha arriba 3">
            <a:extLst>
              <a:ext uri="{FF2B5EF4-FFF2-40B4-BE49-F238E27FC236}">
                <a16:creationId xmlns:a16="http://schemas.microsoft.com/office/drawing/2014/main" id="{4F10817D-B2CF-04F6-ECBD-F5E22F59CF2C}"/>
              </a:ext>
            </a:extLst>
          </p:cNvPr>
          <p:cNvSpPr/>
          <p:nvPr/>
        </p:nvSpPr>
        <p:spPr>
          <a:xfrm rot="10800000">
            <a:off x="6248324" y="4078860"/>
            <a:ext cx="249320" cy="364517"/>
          </a:xfrm>
          <a:prstGeom prst="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Flecha arriba 10">
            <a:extLst>
              <a:ext uri="{FF2B5EF4-FFF2-40B4-BE49-F238E27FC236}">
                <a16:creationId xmlns:a16="http://schemas.microsoft.com/office/drawing/2014/main" id="{51856B01-0F26-E09C-010B-5AEA85F106CB}"/>
              </a:ext>
            </a:extLst>
          </p:cNvPr>
          <p:cNvSpPr/>
          <p:nvPr/>
        </p:nvSpPr>
        <p:spPr>
          <a:xfrm rot="10800000">
            <a:off x="8000964" y="4078861"/>
            <a:ext cx="249320" cy="364517"/>
          </a:xfrm>
          <a:prstGeom prst="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Flecha arriba 14">
            <a:extLst>
              <a:ext uri="{FF2B5EF4-FFF2-40B4-BE49-F238E27FC236}">
                <a16:creationId xmlns:a16="http://schemas.microsoft.com/office/drawing/2014/main" id="{7B0C99B2-B945-C413-F5EE-3A5E3A69660B}"/>
              </a:ext>
            </a:extLst>
          </p:cNvPr>
          <p:cNvSpPr/>
          <p:nvPr/>
        </p:nvSpPr>
        <p:spPr>
          <a:xfrm rot="10800000">
            <a:off x="10096330" y="4086859"/>
            <a:ext cx="249320" cy="364517"/>
          </a:xfrm>
          <a:prstGeom prst="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6E4D4B8-4A30-A229-628B-7DE7ECC5E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471" y="4459375"/>
            <a:ext cx="6221814" cy="1664042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C718AD6-D416-0C9A-A672-04F133916D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471" y="1948683"/>
            <a:ext cx="6221814" cy="201683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109511D-A86F-C20D-7AFF-8C0984EA94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215" y="5579795"/>
            <a:ext cx="4152900" cy="1041400"/>
          </a:xfrm>
          <a:prstGeom prst="rect">
            <a:avLst/>
          </a:prstGeom>
        </p:spPr>
      </p:pic>
      <p:sp>
        <p:nvSpPr>
          <p:cNvPr id="2" name="Marcador de contenido 3">
            <a:extLst>
              <a:ext uri="{FF2B5EF4-FFF2-40B4-BE49-F238E27FC236}">
                <a16:creationId xmlns:a16="http://schemas.microsoft.com/office/drawing/2014/main" id="{EEB8612F-4E0D-720C-28B3-EB657FB1CD5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20643" y="3709066"/>
            <a:ext cx="4646525" cy="1953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600" b="1" dirty="0"/>
              <a:t>2) Verificar </a:t>
            </a:r>
            <a:r>
              <a:rPr lang="es-ES_tradnl" sz="1600" b="1" dirty="0">
                <a:solidFill>
                  <a:schemeClr val="accent4"/>
                </a:solidFill>
              </a:rPr>
              <a:t>ESTACIONAREIDAD</a:t>
            </a:r>
            <a:r>
              <a:rPr lang="es-ES_tradnl" sz="1600" b="1" dirty="0"/>
              <a:t> por medio del Test ADF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_tradnl" sz="16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dirty="0"/>
              <a:t> </a:t>
            </a:r>
            <a:r>
              <a:rPr lang="es-ES" sz="1400" dirty="0"/>
              <a:t>En Python: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dirty="0"/>
              <a:t>\</a:t>
            </a:r>
            <a:r>
              <a:rPr lang="es-ES" sz="1400" dirty="0" err="1"/>
              <a:t>from</a:t>
            </a:r>
            <a:r>
              <a:rPr lang="es-ES" sz="1400" dirty="0"/>
              <a:t> </a:t>
            </a:r>
            <a:r>
              <a:rPr lang="es-ES" sz="1400" dirty="0" err="1"/>
              <a:t>statsmodels.tsa.stattools</a:t>
            </a:r>
            <a:r>
              <a:rPr lang="es-ES" sz="1400" dirty="0"/>
              <a:t> </a:t>
            </a:r>
            <a:r>
              <a:rPr lang="es-ES" sz="1400" dirty="0" err="1"/>
              <a:t>import</a:t>
            </a:r>
            <a:r>
              <a:rPr lang="es-ES" sz="1400" dirty="0"/>
              <a:t> </a:t>
            </a:r>
            <a:r>
              <a:rPr lang="es-ES" sz="1400" dirty="0" err="1"/>
              <a:t>adfuller</a:t>
            </a:r>
            <a:endParaRPr lang="es-E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dirty="0"/>
              <a:t>\</a:t>
            </a:r>
            <a:r>
              <a:rPr lang="es-ES" sz="1400" dirty="0" err="1"/>
              <a:t>adfuller</a:t>
            </a:r>
            <a:r>
              <a:rPr lang="es-ES" sz="1400" dirty="0"/>
              <a:t>(</a:t>
            </a:r>
            <a:r>
              <a:rPr lang="es-ES" sz="1400" dirty="0" err="1"/>
              <a:t>serie_limpia.values</a:t>
            </a:r>
            <a:r>
              <a:rPr lang="es-ES" sz="1400" dirty="0"/>
              <a:t>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_tradnl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8561225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11" grpId="0" animBg="1"/>
      <p:bldP spid="15" grpId="0" animBg="1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E5C8C-E856-E6C8-E453-B5BED953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C4D320-0AF4-188D-A176-479B4D39E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DE0743-CB52-A1EA-D818-EA71CDD1E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AC634D-E5CB-6DCC-6657-689F734A6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ADACD1-9BCA-783F-D466-D9692DDEE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3E688C4-ED2A-DD37-8609-0584BF5B0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A78314-A6A1-E736-9EE4-4C3C4D300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8EA1402-E8EF-F95A-0D4F-FAF46D26D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3884D67-7D32-090F-378A-1887D5BBB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92ECCC-9280-55DF-B822-4C07ADA9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5017C9BC-F0FD-1D23-AADA-A610C65801E2}"/>
              </a:ext>
            </a:extLst>
          </p:cNvPr>
          <p:cNvSpPr txBox="1">
            <a:spLocks/>
          </p:cNvSpPr>
          <p:nvPr/>
        </p:nvSpPr>
        <p:spPr>
          <a:xfrm>
            <a:off x="1435610" y="804520"/>
            <a:ext cx="1075608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800" dirty="0">
                <a:solidFill>
                  <a:schemeClr val="tx2"/>
                </a:solidFill>
              </a:rPr>
              <a:t>6. ANÁLISIS ESTADÍSTICO ENTRE EL GASTO Y LA ECONOMÍA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Pasos para aplicar el modelo CCF</a:t>
            </a: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A4F1513F-CA04-1385-F7C3-D1F89B059D2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8788" y="2062465"/>
            <a:ext cx="6673260" cy="1678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600" b="1" dirty="0"/>
              <a:t>3) Normalización con Z-Score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arenR"/>
            </a:pPr>
            <a:endParaRPr lang="es-ES_tradnl" sz="16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dirty="0"/>
              <a:t>Transformación lineal para aumentar la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dirty="0"/>
              <a:t>“comparabilidad” de datos de diferentes magnitudes.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_tradnl" sz="16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_tradnl" sz="1600" b="1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</p:txBody>
      </p:sp>
      <p:sp>
        <p:nvSpPr>
          <p:cNvPr id="4" name="Flecha arriba 3">
            <a:extLst>
              <a:ext uri="{FF2B5EF4-FFF2-40B4-BE49-F238E27FC236}">
                <a16:creationId xmlns:a16="http://schemas.microsoft.com/office/drawing/2014/main" id="{A29C130E-28DD-D27E-6C87-ADC70CE46FCD}"/>
              </a:ext>
            </a:extLst>
          </p:cNvPr>
          <p:cNvSpPr/>
          <p:nvPr/>
        </p:nvSpPr>
        <p:spPr>
          <a:xfrm rot="5400000">
            <a:off x="5591402" y="1989803"/>
            <a:ext cx="640372" cy="1160996"/>
          </a:xfrm>
          <a:prstGeom prst="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4AFA308-B384-5F0B-EE4D-CBE619C2E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96" y="1802509"/>
            <a:ext cx="3253975" cy="1535584"/>
          </a:xfrm>
          <a:prstGeom prst="rect">
            <a:avLst/>
          </a:prstGeom>
        </p:spPr>
      </p:pic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AD3F7AE0-4EE3-AB8F-2667-2DDA5CDD058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8485" y="3438484"/>
            <a:ext cx="6673260" cy="1980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_tradnl" sz="16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600" b="1" dirty="0"/>
              <a:t>4) Eliminamos correlación para k=0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_tradnl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dirty="0"/>
              <a:t>Eliminamos las variables que tengan correlación de Pearson elevada (|r| &gt; 0.85) para minimizar que el modelo CCF descarte esa correlación.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_tradnl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dirty="0"/>
              <a:t> </a:t>
            </a:r>
            <a:r>
              <a:rPr lang="es-ES" sz="1400" dirty="0"/>
              <a:t>En Python: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dirty="0"/>
              <a:t>\ .</a:t>
            </a:r>
            <a:r>
              <a:rPr lang="es-ES" sz="1400" dirty="0" err="1"/>
              <a:t>corr</a:t>
            </a:r>
            <a:r>
              <a:rPr lang="es-ES" sz="1400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</p:txBody>
      </p:sp>
      <p:sp>
        <p:nvSpPr>
          <p:cNvPr id="8" name="Flecha arriba 7">
            <a:extLst>
              <a:ext uri="{FF2B5EF4-FFF2-40B4-BE49-F238E27FC236}">
                <a16:creationId xmlns:a16="http://schemas.microsoft.com/office/drawing/2014/main" id="{BF427D2E-4284-699F-95B8-AAEF6558722E}"/>
              </a:ext>
            </a:extLst>
          </p:cNvPr>
          <p:cNvSpPr/>
          <p:nvPr/>
        </p:nvSpPr>
        <p:spPr>
          <a:xfrm rot="5400000">
            <a:off x="5559007" y="4491167"/>
            <a:ext cx="640372" cy="1160996"/>
          </a:xfrm>
          <a:prstGeom prst="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61661A1-9A50-FC9F-4701-CC1A256C4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623" y="4452921"/>
            <a:ext cx="53467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526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5" grpId="0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5C643-6419-49A4-471E-26C40B19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2D3231-7578-E45B-61DE-A4E46609C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D8F7B1-9065-DDB8-A2F6-8A294E38A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53FE7C-57C0-2121-AA7C-6832F497C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6F7184-434B-8251-D7F6-BC1F287D6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7A789E-BD74-99C1-0E4A-73E1CEE24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5BFBD7-38B2-7297-15D0-2CDCBBCF0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FFBF7C5-2F18-B226-7C21-CF450821A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D4923B-97A4-910D-C45F-57FC8049D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CA3A353-D6EB-82AD-8742-7851099BE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84E1FEAF-A6D3-D826-6CC6-49C662B25781}"/>
              </a:ext>
            </a:extLst>
          </p:cNvPr>
          <p:cNvSpPr txBox="1">
            <a:spLocks/>
          </p:cNvSpPr>
          <p:nvPr/>
        </p:nvSpPr>
        <p:spPr>
          <a:xfrm>
            <a:off x="1435610" y="804520"/>
            <a:ext cx="1075608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800" dirty="0">
                <a:solidFill>
                  <a:schemeClr val="tx2"/>
                </a:solidFill>
              </a:rPr>
              <a:t>6. ANÁLISIS ESTADÍSTICO ENTRE EL GASTO Y LA ECONOMÍA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Pasos para aplicar el modelo CCF</a:t>
            </a: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B9BF0FEF-16A3-A95A-6EFC-11655043300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82602" y="2119486"/>
            <a:ext cx="8233437" cy="4025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600" b="1" dirty="0"/>
              <a:t>5) Aplicamos el modelo CCF para obtener los pares correlacionados y el k -optimo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_tradnl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dirty="0"/>
              <a:t> </a:t>
            </a:r>
            <a:r>
              <a:rPr lang="es-ES" sz="1400" dirty="0"/>
              <a:t>En Python: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dirty="0"/>
              <a:t>\</a:t>
            </a:r>
            <a:r>
              <a:rPr lang="es-ES" sz="1400" dirty="0" err="1"/>
              <a:t>from</a:t>
            </a:r>
            <a:r>
              <a:rPr lang="es-ES" sz="1400" dirty="0"/>
              <a:t> </a:t>
            </a:r>
            <a:r>
              <a:rPr lang="es-ES" sz="1400" b="1" dirty="0" err="1"/>
              <a:t>statsmodels.tsa.stattools</a:t>
            </a:r>
            <a:r>
              <a:rPr lang="es-ES" sz="1400" b="1" dirty="0"/>
              <a:t> </a:t>
            </a:r>
            <a:r>
              <a:rPr lang="es-ES" sz="1400" dirty="0" err="1"/>
              <a:t>import</a:t>
            </a:r>
            <a:r>
              <a:rPr lang="es-ES" sz="1400" dirty="0"/>
              <a:t> </a:t>
            </a:r>
            <a:r>
              <a:rPr lang="es-ES" sz="1400" b="1" dirty="0" err="1"/>
              <a:t>ccf</a:t>
            </a:r>
            <a:endParaRPr lang="es-ES" sz="1400" dirty="0"/>
          </a:p>
          <a:p>
            <a:pPr marL="0" indent="0">
              <a:spcBef>
                <a:spcPts val="0"/>
              </a:spcBef>
              <a:buNone/>
            </a:pPr>
            <a:r>
              <a:rPr lang="es-ES" sz="1400" dirty="0"/>
              <a:t>\</a:t>
            </a:r>
            <a:r>
              <a:rPr lang="es-ES" sz="1400" dirty="0" err="1"/>
              <a:t>ccf_valores</a:t>
            </a:r>
            <a:r>
              <a:rPr lang="es-ES" sz="1400" dirty="0"/>
              <a:t> = </a:t>
            </a:r>
            <a:r>
              <a:rPr lang="es-ES" sz="1400" b="1" dirty="0" err="1"/>
              <a:t>ccf</a:t>
            </a:r>
            <a:r>
              <a:rPr lang="es-ES" sz="1400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</p:txBody>
      </p:sp>
      <p:sp>
        <p:nvSpPr>
          <p:cNvPr id="3" name="Flecha doblada hacia arriba 2">
            <a:extLst>
              <a:ext uri="{FF2B5EF4-FFF2-40B4-BE49-F238E27FC236}">
                <a16:creationId xmlns:a16="http://schemas.microsoft.com/office/drawing/2014/main" id="{E9544C60-7C98-F75B-02C6-ED469F6DAA24}"/>
              </a:ext>
            </a:extLst>
          </p:cNvPr>
          <p:cNvSpPr/>
          <p:nvPr/>
        </p:nvSpPr>
        <p:spPr>
          <a:xfrm rot="5400000">
            <a:off x="1880893" y="3482579"/>
            <a:ext cx="1439668" cy="1781598"/>
          </a:xfrm>
          <a:prstGeom prst="bentUpArrow">
            <a:avLst>
              <a:gd name="adj1" fmla="val 18648"/>
              <a:gd name="adj2" fmla="val 25000"/>
              <a:gd name="adj3" fmla="val 25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1281740-2962-C4E5-62CB-CBC900DCE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526" y="3429000"/>
            <a:ext cx="8624937" cy="240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294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0D039-BD06-38B3-9037-C55B6A2C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60AC960-BCDD-DEDF-4683-A891EBC00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C0DDDC-853C-189A-9F5D-5E53DBEE1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DA62F8-B433-2E3D-7113-732777AFA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C90283-FC2E-D37A-7B15-51715F6F4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18FE908-BA6F-0395-F70D-5D804824A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1DF9B14-420B-EB0E-F74E-7ABB6264A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B9616A9-B327-1CD3-CD0F-D71F2EADE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0EB18DB-E147-62FD-16BF-5B626E007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98D137-AEB6-921E-EDDD-B858C85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E4042C3F-72D4-307E-0B3C-CB91AF41C9A5}"/>
              </a:ext>
            </a:extLst>
          </p:cNvPr>
          <p:cNvSpPr txBox="1">
            <a:spLocks/>
          </p:cNvSpPr>
          <p:nvPr/>
        </p:nvSpPr>
        <p:spPr>
          <a:xfrm>
            <a:off x="1435610" y="804520"/>
            <a:ext cx="1075608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800" dirty="0">
                <a:solidFill>
                  <a:schemeClr val="tx2"/>
                </a:solidFill>
              </a:rPr>
              <a:t>6. ANÁLISIS ESTADÍSTICO ENTRE EL GASTO Y LA ECONOMÍA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Pasos para aplicar el modelo CCF</a:t>
            </a: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8ADF9CB4-902B-822F-9CA1-6A03ECAE062A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8788" y="2062465"/>
            <a:ext cx="5618656" cy="4025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600" b="1" dirty="0"/>
              <a:t>6) Finalmente verificamos causalidad por Test de </a:t>
            </a:r>
            <a:r>
              <a:rPr lang="es-ES_tradnl" sz="1600" b="1" dirty="0" err="1"/>
              <a:t>Granger</a:t>
            </a:r>
            <a:endParaRPr lang="es-ES_tradnl" sz="1600" b="1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arenR"/>
            </a:pPr>
            <a:endParaRPr lang="es-ES_tradnl" sz="1600" b="1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dirty="0"/>
              <a:t>Determina si una serie temporal puede predecir otra</a:t>
            </a:r>
            <a:r>
              <a:rPr lang="es-ES_tradnl" sz="1400" dirty="0"/>
              <a:t>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1400" dirty="0"/>
              <a:t>¿existe una relación causa-efecto?</a:t>
            </a: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s-ES" sz="1400" dirty="0"/>
          </a:p>
        </p:txBody>
      </p:sp>
      <p:sp>
        <p:nvSpPr>
          <p:cNvPr id="8" name="Flecha arriba 7">
            <a:extLst>
              <a:ext uri="{FF2B5EF4-FFF2-40B4-BE49-F238E27FC236}">
                <a16:creationId xmlns:a16="http://schemas.microsoft.com/office/drawing/2014/main" id="{CA55DF27-E477-8A82-D14F-160A92A9CD6E}"/>
              </a:ext>
            </a:extLst>
          </p:cNvPr>
          <p:cNvSpPr/>
          <p:nvPr/>
        </p:nvSpPr>
        <p:spPr>
          <a:xfrm rot="10800000">
            <a:off x="3171307" y="3298183"/>
            <a:ext cx="640372" cy="1160996"/>
          </a:xfrm>
          <a:prstGeom prst="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6B40F4E-9B18-96A8-EC87-B1BDFCD69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46132">
            <a:off x="6460839" y="2204204"/>
            <a:ext cx="4035702" cy="27408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6754A69-A7C6-323D-D484-EE6D6EC56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77" y="4886547"/>
            <a:ext cx="10904035" cy="101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278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CC66E-ADF8-0C2D-5FC2-1F92E01B9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E12903-CCEC-51BB-1B67-FC35E48A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3AF220-F184-FDDC-C217-EE0CC14B2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67DFB3-44E9-1572-A386-484DADB77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73F5A2E-C77E-4BB7-731C-A9AB378D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BEA4524-EC16-B807-3439-EEFFC2D0A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E1F9F8-F2AF-C1FA-925D-38246B1A3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8B1C854-1E46-35C5-DA7E-F2B955A9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943DA09-8B03-6C31-D876-E97690976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335704-2555-CAA6-C6E7-45839EFA0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85CC0336-6580-48FD-176D-918F093BE920}"/>
              </a:ext>
            </a:extLst>
          </p:cNvPr>
          <p:cNvSpPr txBox="1">
            <a:spLocks/>
          </p:cNvSpPr>
          <p:nvPr/>
        </p:nvSpPr>
        <p:spPr>
          <a:xfrm>
            <a:off x="1435610" y="804520"/>
            <a:ext cx="1075608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800" dirty="0">
                <a:solidFill>
                  <a:schemeClr val="tx2"/>
                </a:solidFill>
              </a:rPr>
              <a:t>6. ANÁLISIS ESTADÍSTICO ENTRE EL GASTO Y LA ECONOMÍA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Pares con alta correlación encontrados</a:t>
            </a: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41DA1C2-652D-D810-3E76-F12D8083E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541" y="2205285"/>
            <a:ext cx="9633041" cy="2963411"/>
          </a:xfrm>
          <a:prstGeom prst="rect">
            <a:avLst/>
          </a:prstGeom>
        </p:spPr>
      </p:pic>
      <p:sp>
        <p:nvSpPr>
          <p:cNvPr id="4" name="Flecha derecha 3">
            <a:extLst>
              <a:ext uri="{FF2B5EF4-FFF2-40B4-BE49-F238E27FC236}">
                <a16:creationId xmlns:a16="http://schemas.microsoft.com/office/drawing/2014/main" id="{9E166211-A874-FB97-B4B2-C4C0A018870B}"/>
              </a:ext>
            </a:extLst>
          </p:cNvPr>
          <p:cNvSpPr/>
          <p:nvPr/>
        </p:nvSpPr>
        <p:spPr>
          <a:xfrm>
            <a:off x="488654" y="3625285"/>
            <a:ext cx="1766066" cy="48840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Flecha derecha 4">
            <a:extLst>
              <a:ext uri="{FF2B5EF4-FFF2-40B4-BE49-F238E27FC236}">
                <a16:creationId xmlns:a16="http://schemas.microsoft.com/office/drawing/2014/main" id="{8D06CEC3-65B6-2D43-4B37-CDA1C3AF42B1}"/>
              </a:ext>
            </a:extLst>
          </p:cNvPr>
          <p:cNvSpPr/>
          <p:nvPr/>
        </p:nvSpPr>
        <p:spPr>
          <a:xfrm>
            <a:off x="488654" y="4406933"/>
            <a:ext cx="1766066" cy="4884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CC887B0A-4B14-B117-5556-FEF82D29AACE}"/>
              </a:ext>
            </a:extLst>
          </p:cNvPr>
          <p:cNvSpPr/>
          <p:nvPr/>
        </p:nvSpPr>
        <p:spPr>
          <a:xfrm>
            <a:off x="10278737" y="3625285"/>
            <a:ext cx="1667845" cy="406888"/>
          </a:xfrm>
          <a:prstGeom prst="roundRect">
            <a:avLst/>
          </a:prstGeom>
          <a:noFill/>
          <a:ln w="139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6E2FC120-9FCF-AB5B-AFD1-7E7EAF5E59F5}"/>
              </a:ext>
            </a:extLst>
          </p:cNvPr>
          <p:cNvSpPr/>
          <p:nvPr/>
        </p:nvSpPr>
        <p:spPr>
          <a:xfrm>
            <a:off x="10278736" y="4406933"/>
            <a:ext cx="1667845" cy="406888"/>
          </a:xfrm>
          <a:prstGeom prst="roundRect">
            <a:avLst/>
          </a:prstGeom>
          <a:noFill/>
          <a:ln w="139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661012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F4603-E616-0FEB-5250-209839641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7E2453-BADC-67DC-6A15-AA9A51208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E0D7B3-8897-D51A-FC03-D49F3343C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06C5D6-1786-9C21-F568-3A1EF1F9C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2A163E-6765-DE7F-AEA3-7C1A4A70A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9678EED-74B3-5FA1-0A85-6D523DDB4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9A69268-8FB2-B33D-E96C-FA253B54A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2005AEF-7355-0735-9FBD-FD531598C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47B400D-FEB9-D56B-FBCF-1B7B2949D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4B498C-2C34-AC75-718C-696E72023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3125817B-A86C-EDA0-D3D8-8C3DA776B842}"/>
              </a:ext>
            </a:extLst>
          </p:cNvPr>
          <p:cNvSpPr txBox="1">
            <a:spLocks/>
          </p:cNvSpPr>
          <p:nvPr/>
        </p:nvSpPr>
        <p:spPr>
          <a:xfrm>
            <a:off x="1435610" y="804520"/>
            <a:ext cx="1075608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800" dirty="0">
                <a:solidFill>
                  <a:schemeClr val="tx2"/>
                </a:solidFill>
              </a:rPr>
              <a:t>6. ANÁLISIS ESTADÍSTICO ENTRE EL GASTO Y LA ECONOMÍA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Análisis de correlaciones encontradas (ejemplo 6824)</a:t>
            </a: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91478B5-7F3C-1AA9-C18C-5BF6EB95E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311" y="1789747"/>
            <a:ext cx="8207001" cy="254235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CF97144-44C5-9124-AD24-34C3EC954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007" y="4332101"/>
            <a:ext cx="8207001" cy="247421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FAA7A6F-C55C-3212-83DA-3F850D286E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227" y="4539217"/>
            <a:ext cx="715105" cy="51205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1F7E555-4253-96B8-8281-D28B771004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6228" y="1915284"/>
            <a:ext cx="715105" cy="484956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3DAADDB9-1EBA-DEF3-230D-53489224C5DD}"/>
              </a:ext>
            </a:extLst>
          </p:cNvPr>
          <p:cNvGrpSpPr/>
          <p:nvPr/>
        </p:nvGrpSpPr>
        <p:grpSpPr>
          <a:xfrm>
            <a:off x="2889504" y="3454388"/>
            <a:ext cx="417576" cy="541540"/>
            <a:chOff x="2889504" y="3454388"/>
            <a:chExt cx="417576" cy="541540"/>
          </a:xfrm>
        </p:grpSpPr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B2598BB7-652B-BB13-DACD-4C2CB357D3E2}"/>
                </a:ext>
              </a:extLst>
            </p:cNvPr>
            <p:cNvCxnSpPr/>
            <p:nvPr/>
          </p:nvCxnSpPr>
          <p:spPr>
            <a:xfrm flipV="1">
              <a:off x="2889504" y="3493008"/>
              <a:ext cx="0" cy="50292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1F64F988-F52A-D9BE-E6EC-1010DD4B5B8C}"/>
                </a:ext>
              </a:extLst>
            </p:cNvPr>
            <p:cNvCxnSpPr>
              <a:cxnSpLocks/>
            </p:cNvCxnSpPr>
            <p:nvPr/>
          </p:nvCxnSpPr>
          <p:spPr>
            <a:xfrm>
              <a:off x="3307080" y="3454388"/>
              <a:ext cx="0" cy="541540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3F55C707-2625-11DC-F238-632CDC541D1D}"/>
                </a:ext>
              </a:extLst>
            </p:cNvPr>
            <p:cNvCxnSpPr/>
            <p:nvPr/>
          </p:nvCxnSpPr>
          <p:spPr>
            <a:xfrm>
              <a:off x="2962656" y="3803904"/>
              <a:ext cx="2651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088D0C88-937F-85A1-0337-B39C7BA082C3}"/>
              </a:ext>
            </a:extLst>
          </p:cNvPr>
          <p:cNvGrpSpPr/>
          <p:nvPr/>
        </p:nvGrpSpPr>
        <p:grpSpPr>
          <a:xfrm>
            <a:off x="9442704" y="3392424"/>
            <a:ext cx="417576" cy="541540"/>
            <a:chOff x="2889504" y="3454388"/>
            <a:chExt cx="417576" cy="541540"/>
          </a:xfrm>
        </p:grpSpPr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91C52D32-0F03-21B8-1EBE-98F3FD79059A}"/>
                </a:ext>
              </a:extLst>
            </p:cNvPr>
            <p:cNvCxnSpPr/>
            <p:nvPr/>
          </p:nvCxnSpPr>
          <p:spPr>
            <a:xfrm flipV="1">
              <a:off x="2889504" y="3493008"/>
              <a:ext cx="0" cy="50292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8211CEF1-71A4-722F-30F8-D8187EFE78AB}"/>
                </a:ext>
              </a:extLst>
            </p:cNvPr>
            <p:cNvCxnSpPr>
              <a:cxnSpLocks/>
            </p:cNvCxnSpPr>
            <p:nvPr/>
          </p:nvCxnSpPr>
          <p:spPr>
            <a:xfrm>
              <a:off x="3307080" y="3454388"/>
              <a:ext cx="0" cy="541540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BFCAEF64-ABC4-7136-C6A5-E78CEAC408B9}"/>
                </a:ext>
              </a:extLst>
            </p:cNvPr>
            <p:cNvCxnSpPr/>
            <p:nvPr/>
          </p:nvCxnSpPr>
          <p:spPr>
            <a:xfrm>
              <a:off x="2962656" y="3803904"/>
              <a:ext cx="2651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2E785884-E885-A3D2-1EA4-C520AD77AFFB}"/>
              </a:ext>
            </a:extLst>
          </p:cNvPr>
          <p:cNvGrpSpPr/>
          <p:nvPr/>
        </p:nvGrpSpPr>
        <p:grpSpPr>
          <a:xfrm flipV="1">
            <a:off x="4084608" y="2387505"/>
            <a:ext cx="411613" cy="541540"/>
            <a:chOff x="2907734" y="3454388"/>
            <a:chExt cx="410329" cy="541540"/>
          </a:xfrm>
        </p:grpSpPr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2875D88B-79FF-27C8-A180-528AE03E8464}"/>
                </a:ext>
              </a:extLst>
            </p:cNvPr>
            <p:cNvCxnSpPr/>
            <p:nvPr/>
          </p:nvCxnSpPr>
          <p:spPr>
            <a:xfrm flipV="1">
              <a:off x="2907734" y="3493008"/>
              <a:ext cx="0" cy="502920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6322ACCC-60D3-AA4F-1960-528F39CB79E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063" y="3454388"/>
              <a:ext cx="0" cy="54154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79F0C38D-A368-141C-E3D2-32B7C1328272}"/>
                </a:ext>
              </a:extLst>
            </p:cNvPr>
            <p:cNvCxnSpPr/>
            <p:nvPr/>
          </p:nvCxnSpPr>
          <p:spPr>
            <a:xfrm>
              <a:off x="2980887" y="3803904"/>
              <a:ext cx="2651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45773052-7AD4-B75D-3FE5-3B1268FFD392}"/>
              </a:ext>
            </a:extLst>
          </p:cNvPr>
          <p:cNvGrpSpPr/>
          <p:nvPr/>
        </p:nvGrpSpPr>
        <p:grpSpPr>
          <a:xfrm flipV="1">
            <a:off x="5264663" y="2485136"/>
            <a:ext cx="422630" cy="541540"/>
            <a:chOff x="2898619" y="3454388"/>
            <a:chExt cx="421312" cy="541540"/>
          </a:xfrm>
        </p:grpSpPr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DC5DD123-C9C6-A9C4-E065-271D20FC5C8B}"/>
                </a:ext>
              </a:extLst>
            </p:cNvPr>
            <p:cNvCxnSpPr/>
            <p:nvPr/>
          </p:nvCxnSpPr>
          <p:spPr>
            <a:xfrm flipV="1">
              <a:off x="2898619" y="3493008"/>
              <a:ext cx="0" cy="502920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60B33A2D-2F55-68DB-488A-9B8C630338F8}"/>
                </a:ext>
              </a:extLst>
            </p:cNvPr>
            <p:cNvCxnSpPr>
              <a:cxnSpLocks/>
            </p:cNvCxnSpPr>
            <p:nvPr/>
          </p:nvCxnSpPr>
          <p:spPr>
            <a:xfrm>
              <a:off x="3319931" y="3454388"/>
              <a:ext cx="0" cy="54154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70E9F8B4-9A0C-56D4-54FB-226E5172F002}"/>
                </a:ext>
              </a:extLst>
            </p:cNvPr>
            <p:cNvCxnSpPr>
              <a:cxnSpLocks/>
            </p:cNvCxnSpPr>
            <p:nvPr/>
          </p:nvCxnSpPr>
          <p:spPr>
            <a:xfrm>
              <a:off x="2984621" y="3803904"/>
              <a:ext cx="2651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2ECE2230-EEA4-81A3-F924-0FAD818F2DFE}"/>
              </a:ext>
            </a:extLst>
          </p:cNvPr>
          <p:cNvGrpSpPr/>
          <p:nvPr/>
        </p:nvGrpSpPr>
        <p:grpSpPr>
          <a:xfrm flipV="1">
            <a:off x="8230728" y="2579529"/>
            <a:ext cx="433647" cy="541540"/>
            <a:chOff x="2898619" y="3454388"/>
            <a:chExt cx="432295" cy="541540"/>
          </a:xfrm>
        </p:grpSpPr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8CEAACDE-4ECE-D7E4-DFCC-B1F85EDB8F17}"/>
                </a:ext>
              </a:extLst>
            </p:cNvPr>
            <p:cNvCxnSpPr/>
            <p:nvPr/>
          </p:nvCxnSpPr>
          <p:spPr>
            <a:xfrm flipV="1">
              <a:off x="2898619" y="3493008"/>
              <a:ext cx="0" cy="502920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746A513A-616C-64C5-1E17-9C3C943BF468}"/>
                </a:ext>
              </a:extLst>
            </p:cNvPr>
            <p:cNvCxnSpPr>
              <a:cxnSpLocks/>
            </p:cNvCxnSpPr>
            <p:nvPr/>
          </p:nvCxnSpPr>
          <p:spPr>
            <a:xfrm>
              <a:off x="3330914" y="3454388"/>
              <a:ext cx="0" cy="54154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25B009E6-8D38-6E4B-2F1D-891E71004671}"/>
                </a:ext>
              </a:extLst>
            </p:cNvPr>
            <p:cNvCxnSpPr/>
            <p:nvPr/>
          </p:nvCxnSpPr>
          <p:spPr>
            <a:xfrm>
              <a:off x="2962656" y="3803904"/>
              <a:ext cx="2651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41066330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52A60-6225-29AC-2D55-BD58FF48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2E652B-B787-8052-DE31-47BA81B4D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D1B26F-8E20-B8D4-E547-498F5977A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C0F0B6-BB82-E80C-F6C8-6E505A665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5B20A4-A8DD-C56E-9261-ABB0D073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C34816-8CDB-3B92-B065-0EAAF6A60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E79CE8-89F5-78CD-43E9-F3E4616EE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A3F4736-BC0D-F9A5-D1F7-77C19F3C6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5A13B3B-78B7-16CD-A8EB-17B25E831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82BF405-FFCA-FDD1-8412-7B506ECE7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90398B02-2780-E1AF-9E44-E5100ED474D2}"/>
              </a:ext>
            </a:extLst>
          </p:cNvPr>
          <p:cNvSpPr txBox="1">
            <a:spLocks/>
          </p:cNvSpPr>
          <p:nvPr/>
        </p:nvSpPr>
        <p:spPr>
          <a:xfrm>
            <a:off x="1435610" y="804520"/>
            <a:ext cx="10756087" cy="10492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800" dirty="0">
                <a:solidFill>
                  <a:schemeClr val="tx2"/>
                </a:solidFill>
              </a:rPr>
              <a:t>6. ANÁLISIS ESTADÍSTICO ENTRE EL GASTO Y LA ECONOMÍA</a:t>
            </a:r>
            <a:br>
              <a:rPr lang="es-ES_tradnl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s-ES_tradnl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_tradnl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Análisis de correlaciones encontradas (ejemplo 14859)</a:t>
            </a:r>
            <a:endParaRPr lang="es-ES_tradnl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6F72A77-7B2B-503C-49FD-99A947503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703" y="1811241"/>
            <a:ext cx="8206999" cy="252702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383D702A-E129-EADF-98D6-01F120E9B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228" y="1915284"/>
            <a:ext cx="715105" cy="484956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DC79DECB-C479-01D5-D374-A92631F6F1B4}"/>
              </a:ext>
            </a:extLst>
          </p:cNvPr>
          <p:cNvGrpSpPr/>
          <p:nvPr/>
        </p:nvGrpSpPr>
        <p:grpSpPr>
          <a:xfrm>
            <a:off x="2853440" y="2548670"/>
            <a:ext cx="417576" cy="541540"/>
            <a:chOff x="2889504" y="3454388"/>
            <a:chExt cx="417576" cy="541540"/>
          </a:xfrm>
        </p:grpSpPr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FADBFE02-60E8-78A9-95F1-C8041D605981}"/>
                </a:ext>
              </a:extLst>
            </p:cNvPr>
            <p:cNvCxnSpPr/>
            <p:nvPr/>
          </p:nvCxnSpPr>
          <p:spPr>
            <a:xfrm flipV="1">
              <a:off x="2889504" y="3493008"/>
              <a:ext cx="0" cy="50292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8B483740-1B25-FCA1-AB16-F138D475277F}"/>
                </a:ext>
              </a:extLst>
            </p:cNvPr>
            <p:cNvCxnSpPr>
              <a:cxnSpLocks/>
            </p:cNvCxnSpPr>
            <p:nvPr/>
          </p:nvCxnSpPr>
          <p:spPr>
            <a:xfrm>
              <a:off x="3307080" y="3454388"/>
              <a:ext cx="0" cy="541540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AAFEE4E9-6EB9-41D7-EF98-E5F947798DA0}"/>
                </a:ext>
              </a:extLst>
            </p:cNvPr>
            <p:cNvCxnSpPr/>
            <p:nvPr/>
          </p:nvCxnSpPr>
          <p:spPr>
            <a:xfrm>
              <a:off x="2962656" y="3803904"/>
              <a:ext cx="2651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6D96C84-B2FB-FA82-202F-C59BEF40A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3709" y="4329081"/>
            <a:ext cx="8206993" cy="2437436"/>
          </a:xfrm>
          <a:prstGeom prst="rect">
            <a:avLst/>
          </a:prstGeom>
        </p:spPr>
      </p:pic>
      <p:grpSp>
        <p:nvGrpSpPr>
          <p:cNvPr id="34" name="Grupo 33">
            <a:extLst>
              <a:ext uri="{FF2B5EF4-FFF2-40B4-BE49-F238E27FC236}">
                <a16:creationId xmlns:a16="http://schemas.microsoft.com/office/drawing/2014/main" id="{8E8CEE5A-158D-6F98-006D-B012F9F324C9}"/>
              </a:ext>
            </a:extLst>
          </p:cNvPr>
          <p:cNvGrpSpPr/>
          <p:nvPr/>
        </p:nvGrpSpPr>
        <p:grpSpPr>
          <a:xfrm flipV="1">
            <a:off x="5511075" y="2589706"/>
            <a:ext cx="400596" cy="541540"/>
            <a:chOff x="2907734" y="3454388"/>
            <a:chExt cx="399346" cy="541540"/>
          </a:xfrm>
        </p:grpSpPr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1EBBD04F-30F4-A8E1-63B2-2F338B94702D}"/>
                </a:ext>
              </a:extLst>
            </p:cNvPr>
            <p:cNvCxnSpPr/>
            <p:nvPr/>
          </p:nvCxnSpPr>
          <p:spPr>
            <a:xfrm flipV="1">
              <a:off x="2907734" y="3493008"/>
              <a:ext cx="0" cy="50292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880ADCE0-55F8-9224-11AB-8DD2793F1616}"/>
                </a:ext>
              </a:extLst>
            </p:cNvPr>
            <p:cNvCxnSpPr>
              <a:cxnSpLocks/>
            </p:cNvCxnSpPr>
            <p:nvPr/>
          </p:nvCxnSpPr>
          <p:spPr>
            <a:xfrm>
              <a:off x="3307080" y="3454388"/>
              <a:ext cx="0" cy="541540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5776AA45-E796-4ADA-9C7A-2378C90948EB}"/>
                </a:ext>
              </a:extLst>
            </p:cNvPr>
            <p:cNvCxnSpPr/>
            <p:nvPr/>
          </p:nvCxnSpPr>
          <p:spPr>
            <a:xfrm>
              <a:off x="2980887" y="3803904"/>
              <a:ext cx="2651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19360190-1286-F369-494B-E6670F922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6228" y="4308507"/>
            <a:ext cx="715105" cy="512051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25A5BE5C-41E3-B9FE-BE47-09B6A3EC358F}"/>
              </a:ext>
            </a:extLst>
          </p:cNvPr>
          <p:cNvGrpSpPr/>
          <p:nvPr/>
        </p:nvGrpSpPr>
        <p:grpSpPr>
          <a:xfrm>
            <a:off x="2558296" y="3342017"/>
            <a:ext cx="417576" cy="541540"/>
            <a:chOff x="2889504" y="3454388"/>
            <a:chExt cx="417576" cy="541540"/>
          </a:xfrm>
        </p:grpSpPr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09A7847B-D399-2D81-74FD-F515590962A2}"/>
                </a:ext>
              </a:extLst>
            </p:cNvPr>
            <p:cNvCxnSpPr/>
            <p:nvPr/>
          </p:nvCxnSpPr>
          <p:spPr>
            <a:xfrm flipV="1">
              <a:off x="2889504" y="3493008"/>
              <a:ext cx="0" cy="502920"/>
            </a:xfrm>
            <a:prstGeom prst="straightConnector1">
              <a:avLst/>
            </a:prstGeom>
            <a:ln w="25400">
              <a:solidFill>
                <a:schemeClr val="accent4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6E40DC8F-040D-52F3-6281-EF19203B1FF5}"/>
                </a:ext>
              </a:extLst>
            </p:cNvPr>
            <p:cNvCxnSpPr>
              <a:cxnSpLocks/>
            </p:cNvCxnSpPr>
            <p:nvPr/>
          </p:nvCxnSpPr>
          <p:spPr>
            <a:xfrm>
              <a:off x="3307080" y="3454388"/>
              <a:ext cx="0" cy="541540"/>
            </a:xfrm>
            <a:prstGeom prst="straightConnector1">
              <a:avLst/>
            </a:prstGeom>
            <a:ln w="28575">
              <a:solidFill>
                <a:schemeClr val="accent4">
                  <a:lumMod val="75000"/>
                </a:schemeClr>
              </a:solidFill>
              <a:headEnd type="none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FB8FCAE1-DADF-7F0D-21A0-2137DBC89FFB}"/>
                </a:ext>
              </a:extLst>
            </p:cNvPr>
            <p:cNvCxnSpPr/>
            <p:nvPr/>
          </p:nvCxnSpPr>
          <p:spPr>
            <a:xfrm>
              <a:off x="2962656" y="3803904"/>
              <a:ext cx="2651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9DD3F497-0469-F2DF-EA9D-DA0453D69DE4}"/>
              </a:ext>
            </a:extLst>
          </p:cNvPr>
          <p:cNvGrpSpPr/>
          <p:nvPr/>
        </p:nvGrpSpPr>
        <p:grpSpPr>
          <a:xfrm>
            <a:off x="6414365" y="3361327"/>
            <a:ext cx="417576" cy="541540"/>
            <a:chOff x="2889504" y="3454388"/>
            <a:chExt cx="417576" cy="541540"/>
          </a:xfrm>
        </p:grpSpPr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82089300-C23E-8908-DCC2-A49318378417}"/>
                </a:ext>
              </a:extLst>
            </p:cNvPr>
            <p:cNvCxnSpPr/>
            <p:nvPr/>
          </p:nvCxnSpPr>
          <p:spPr>
            <a:xfrm flipV="1">
              <a:off x="2889504" y="3493008"/>
              <a:ext cx="0" cy="502920"/>
            </a:xfrm>
            <a:prstGeom prst="straightConnector1">
              <a:avLst/>
            </a:prstGeom>
            <a:ln w="25400">
              <a:solidFill>
                <a:schemeClr val="accent4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49C0B92F-D2D4-FDE4-C416-BAAA352FD46E}"/>
                </a:ext>
              </a:extLst>
            </p:cNvPr>
            <p:cNvCxnSpPr>
              <a:cxnSpLocks/>
            </p:cNvCxnSpPr>
            <p:nvPr/>
          </p:nvCxnSpPr>
          <p:spPr>
            <a:xfrm>
              <a:off x="3307080" y="3454388"/>
              <a:ext cx="0" cy="541540"/>
            </a:xfrm>
            <a:prstGeom prst="straightConnector1">
              <a:avLst/>
            </a:prstGeom>
            <a:ln w="28575">
              <a:solidFill>
                <a:schemeClr val="accent4">
                  <a:lumMod val="75000"/>
                </a:schemeClr>
              </a:solidFill>
              <a:headEnd type="none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48B5D90E-5A25-99D1-F053-3F47E249F4BA}"/>
                </a:ext>
              </a:extLst>
            </p:cNvPr>
            <p:cNvCxnSpPr/>
            <p:nvPr/>
          </p:nvCxnSpPr>
          <p:spPr>
            <a:xfrm>
              <a:off x="2962656" y="3803904"/>
              <a:ext cx="2651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1FE82AB-9338-C4F9-2E91-4DDEB121E03B}"/>
              </a:ext>
            </a:extLst>
          </p:cNvPr>
          <p:cNvGrpSpPr/>
          <p:nvPr/>
        </p:nvGrpSpPr>
        <p:grpSpPr>
          <a:xfrm>
            <a:off x="5815782" y="3365300"/>
            <a:ext cx="417576" cy="541540"/>
            <a:chOff x="2889504" y="3454388"/>
            <a:chExt cx="417576" cy="541540"/>
          </a:xfrm>
        </p:grpSpPr>
        <p:cxnSp>
          <p:nvCxnSpPr>
            <p:cNvPr id="44" name="Conector recto de flecha 43">
              <a:extLst>
                <a:ext uri="{FF2B5EF4-FFF2-40B4-BE49-F238E27FC236}">
                  <a16:creationId xmlns:a16="http://schemas.microsoft.com/office/drawing/2014/main" id="{E77BA271-A077-F86D-1B15-443E11A721FE}"/>
                </a:ext>
              </a:extLst>
            </p:cNvPr>
            <p:cNvCxnSpPr/>
            <p:nvPr/>
          </p:nvCxnSpPr>
          <p:spPr>
            <a:xfrm flipV="1">
              <a:off x="2889504" y="3493008"/>
              <a:ext cx="0" cy="502920"/>
            </a:xfrm>
            <a:prstGeom prst="straightConnector1">
              <a:avLst/>
            </a:prstGeom>
            <a:ln w="25400">
              <a:solidFill>
                <a:schemeClr val="accent4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6DB0FA38-48EC-5008-694D-25F0A844738F}"/>
                </a:ext>
              </a:extLst>
            </p:cNvPr>
            <p:cNvCxnSpPr>
              <a:cxnSpLocks/>
            </p:cNvCxnSpPr>
            <p:nvPr/>
          </p:nvCxnSpPr>
          <p:spPr>
            <a:xfrm>
              <a:off x="3307080" y="3454388"/>
              <a:ext cx="0" cy="541540"/>
            </a:xfrm>
            <a:prstGeom prst="straightConnector1">
              <a:avLst/>
            </a:prstGeom>
            <a:ln w="28575">
              <a:solidFill>
                <a:schemeClr val="accent4">
                  <a:lumMod val="75000"/>
                </a:schemeClr>
              </a:solidFill>
              <a:headEnd type="none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FB8B8B3A-BC8A-224A-9779-A4BE3C91C140}"/>
                </a:ext>
              </a:extLst>
            </p:cNvPr>
            <p:cNvCxnSpPr/>
            <p:nvPr/>
          </p:nvCxnSpPr>
          <p:spPr>
            <a:xfrm>
              <a:off x="2962656" y="3803904"/>
              <a:ext cx="2651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1173787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FA914-9057-AFFA-0A5B-3A67E50F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4CF103F-8950-7E48-201C-C58281136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A3C5D8-6695-0707-C298-F725D6C4B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_trad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310A11-798F-F5E6-DD8E-46201EB6D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5671" y="644327"/>
            <a:ext cx="9299965" cy="4811366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10000"/>
                </a:schemeClr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 prstMaterial="matte">
            <a:bevelT w="133350" h="50800" prst="divo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24ABC4-D2C1-CD7E-3F0A-D39C39516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237" y="967934"/>
            <a:ext cx="8673013" cy="4164964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121EB3-79BD-6D44-46CB-0C78161CC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s-ES_tradnl" sz="3500" dirty="0">
                <a:solidFill>
                  <a:schemeClr val="tx2"/>
                </a:solidFill>
              </a:rPr>
              <a:t>8. CONCLUSIONES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A322CC-19A1-4ABF-3185-310510FEC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2CD285-34E4-3A0F-2EBA-73C4F66E8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5A3286F9-D992-3E67-DC0E-38FE6306B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214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E1F4DBB-EDCB-4A36-BAC5-52F39918F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752FDBF-2103-408B-86DF-5390B4002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BFCFFBB-E11F-4217-B830-5A44E40B5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F83C12D-BC4E-439F-9A67-2A67EFC92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413B1B45-54C4-D2C6-5963-0EEE9E8D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_tradnl" noProof="0" dirty="0"/>
              <a:t>Conclusiones</a:t>
            </a:r>
          </a:p>
        </p:txBody>
      </p:sp>
      <p:graphicFrame>
        <p:nvGraphicFramePr>
          <p:cNvPr id="19" name="Marcador de contenido 2">
            <a:extLst>
              <a:ext uri="{FF2B5EF4-FFF2-40B4-BE49-F238E27FC236}">
                <a16:creationId xmlns:a16="http://schemas.microsoft.com/office/drawing/2014/main" id="{631158CA-3F97-FE91-6516-8F1DAC572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03213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1451579" y="2464991"/>
          <a:ext cx="9405891" cy="2403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Subtítulo 2">
            <a:extLst>
              <a:ext uri="{FF2B5EF4-FFF2-40B4-BE49-F238E27FC236}">
                <a16:creationId xmlns:a16="http://schemas.microsoft.com/office/drawing/2014/main" id="{F0D63534-A6F7-1457-AD66-E972DB8A8EE5}"/>
              </a:ext>
            </a:extLst>
          </p:cNvPr>
          <p:cNvSpPr txBox="1">
            <a:spLocks/>
          </p:cNvSpPr>
          <p:nvPr/>
        </p:nvSpPr>
        <p:spPr>
          <a:xfrm>
            <a:off x="781546" y="1752732"/>
            <a:ext cx="5040133" cy="631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1400" dirty="0"/>
              <a:t>DESDE UNA MIRADA MINARQUISTA</a:t>
            </a:r>
          </a:p>
        </p:txBody>
      </p:sp>
    </p:spTree>
    <p:extLst>
      <p:ext uri="{BB962C8B-B14F-4D97-AF65-F5344CB8AC3E}">
        <p14:creationId xmlns:p14="http://schemas.microsoft.com/office/powerpoint/2010/main" val="32772259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/>
    </p:bldLst>
  </p:timing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ería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11603</TotalTime>
  <Words>3825</Words>
  <Application>Microsoft Macintosh PowerPoint</Application>
  <PresentationFormat>Panorámica</PresentationFormat>
  <Paragraphs>383</Paragraphs>
  <Slides>39</Slides>
  <Notes>39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6" baseType="lpstr">
      <vt:lpstr>Aptos</vt:lpstr>
      <vt:lpstr>Aptos Narrow</vt:lpstr>
      <vt:lpstr>Arial</vt:lpstr>
      <vt:lpstr>Google Sans Text</vt:lpstr>
      <vt:lpstr>Palatino Linotype</vt:lpstr>
      <vt:lpstr>Wingdings</vt:lpstr>
      <vt:lpstr>Galería</vt:lpstr>
      <vt:lpstr>Análisis de los gastos públicos del estado español de los últimos 30 años</vt:lpstr>
      <vt:lpstr>Plan de la Presentación</vt:lpstr>
      <vt:lpstr>1. OBJETIVOS</vt:lpstr>
      <vt:lpstr>1. OBJETIVOS  Intentar responder lo siguiente:</vt:lpstr>
      <vt:lpstr>2. BASES DE DATOS Y HERRAMIENTAS UTILIZADAS</vt:lpstr>
      <vt:lpstr>2. BASES DE DATOS Y HERRAMIENTAS UTILIZADAS</vt:lpstr>
      <vt:lpstr>3. DESCRIPCIÓN DEL MARCO CONCEPTUAL DE ANÁLISIS</vt:lpstr>
      <vt:lpstr>3. DESCRIPCIÓN DEL MARCO CONCEPTUAL DE ANÁLISIS  Pilares del pensamiento Minarquista sobre el Estado</vt:lpstr>
      <vt:lpstr>4. PUNTOS DE PARTIDA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5. ANÁLISIS DESCRIPTIVO DEL GASTO SEGÚN EL MINARQUISMO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6. ANÁLISIS ESTADÍSTICO ENTRE EL GASTO Y LA ECONOMÍA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8. CONCLUSIONES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Fons</dc:creator>
  <cp:lastModifiedBy>Rafael Fons</cp:lastModifiedBy>
  <cp:revision>4</cp:revision>
  <dcterms:created xsi:type="dcterms:W3CDTF">2025-11-20T09:51:54Z</dcterms:created>
  <dcterms:modified xsi:type="dcterms:W3CDTF">2025-12-04T20:22:12Z</dcterms:modified>
</cp:coreProperties>
</file>